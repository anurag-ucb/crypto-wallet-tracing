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704CB4-A6D3-41C5-8688-AD7C4136F20C}" v="21" dt="2026-09-11T11:09:22.4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7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rag Jayswal" userId="10af99b70cebdd09" providerId="LiveId" clId="{55CFE58E-A135-4A88-93DB-F7DE9C1A3F89}"/>
    <pc:docChg chg="undo custSel delSld modSld">
      <pc:chgData name="Anurag Jayswal" userId="10af99b70cebdd09" providerId="LiveId" clId="{55CFE58E-A135-4A88-93DB-F7DE9C1A3F89}" dt="2026-09-11T11:11:12.853" v="1530" actId="2696"/>
      <pc:docMkLst>
        <pc:docMk/>
      </pc:docMkLst>
      <pc:sldChg chg="addSp delSp modSp mod">
        <pc:chgData name="Anurag Jayswal" userId="10af99b70cebdd09" providerId="LiveId" clId="{55CFE58E-A135-4A88-93DB-F7DE9C1A3F89}" dt="2026-09-11T05:50:39.732" v="1299" actId="1076"/>
        <pc:sldMkLst>
          <pc:docMk/>
          <pc:sldMk cId="0" sldId="281"/>
        </pc:sldMkLst>
        <pc:spChg chg="add mod">
          <ac:chgData name="Anurag Jayswal" userId="10af99b70cebdd09" providerId="LiveId" clId="{55CFE58E-A135-4A88-93DB-F7DE9C1A3F89}" dt="2026-09-10T20:10:32.699" v="581" actId="1076"/>
          <ac:spMkLst>
            <pc:docMk/>
            <pc:sldMk cId="0" sldId="281"/>
            <ac:spMk id="2" creationId="{5AFAD709-DE1F-C614-E94A-E4836AAE8069}"/>
          </ac:spMkLst>
        </pc:spChg>
        <pc:spChg chg="add mod">
          <ac:chgData name="Anurag Jayswal" userId="10af99b70cebdd09" providerId="LiveId" clId="{55CFE58E-A135-4A88-93DB-F7DE9C1A3F89}" dt="2026-09-10T20:10:54.058" v="586" actId="1076"/>
          <ac:spMkLst>
            <pc:docMk/>
            <pc:sldMk cId="0" sldId="281"/>
            <ac:spMk id="3" creationId="{37009076-3B6C-E85D-03FE-DD1E4F3C329F}"/>
          </ac:spMkLst>
        </pc:spChg>
        <pc:spChg chg="add mod">
          <ac:chgData name="Anurag Jayswal" userId="10af99b70cebdd09" providerId="LiveId" clId="{55CFE58E-A135-4A88-93DB-F7DE9C1A3F89}" dt="2026-09-10T20:11:03.525" v="588" actId="1076"/>
          <ac:spMkLst>
            <pc:docMk/>
            <pc:sldMk cId="0" sldId="281"/>
            <ac:spMk id="4" creationId="{683809BE-E98D-C7FE-649F-05E662DA6EE9}"/>
          </ac:spMkLst>
        </pc:spChg>
        <pc:spChg chg="del">
          <ac:chgData name="Anurag Jayswal" userId="10af99b70cebdd09" providerId="LiveId" clId="{55CFE58E-A135-4A88-93DB-F7DE9C1A3F89}" dt="2026-09-10T19:55:31.251" v="30" actId="21"/>
          <ac:spMkLst>
            <pc:docMk/>
            <pc:sldMk cId="0" sldId="281"/>
            <ac:spMk id="8" creationId="{A1272695-1639-02C6-6B12-ADAC8DC55B50}"/>
          </ac:spMkLst>
        </pc:spChg>
        <pc:spChg chg="mod">
          <ac:chgData name="Anurag Jayswal" userId="10af99b70cebdd09" providerId="LiveId" clId="{55CFE58E-A135-4A88-93DB-F7DE9C1A3F89}" dt="2026-09-11T04:09:29.019" v="938" actId="1076"/>
          <ac:spMkLst>
            <pc:docMk/>
            <pc:sldMk cId="0" sldId="281"/>
            <ac:spMk id="10" creationId="{5DBCE864-823D-4A13-9607-5DA1F0ED5FB8}"/>
          </ac:spMkLst>
        </pc:spChg>
        <pc:spChg chg="del">
          <ac:chgData name="Anurag Jayswal" userId="10af99b70cebdd09" providerId="LiveId" clId="{55CFE58E-A135-4A88-93DB-F7DE9C1A3F89}" dt="2026-09-10T19:55:31.251" v="30" actId="21"/>
          <ac:spMkLst>
            <pc:docMk/>
            <pc:sldMk cId="0" sldId="281"/>
            <ac:spMk id="12" creationId="{89825E22-99F8-5CFC-85B0-57F9569EAB5A}"/>
          </ac:spMkLst>
        </pc:spChg>
        <pc:spChg chg="del">
          <ac:chgData name="Anurag Jayswal" userId="10af99b70cebdd09" providerId="LiveId" clId="{55CFE58E-A135-4A88-93DB-F7DE9C1A3F89}" dt="2026-09-10T19:55:31.251" v="30" actId="21"/>
          <ac:spMkLst>
            <pc:docMk/>
            <pc:sldMk cId="0" sldId="281"/>
            <ac:spMk id="13" creationId="{99A7B807-87E4-9B78-B686-13A03484364B}"/>
          </ac:spMkLst>
        </pc:spChg>
        <pc:spChg chg="del">
          <ac:chgData name="Anurag Jayswal" userId="10af99b70cebdd09" providerId="LiveId" clId="{55CFE58E-A135-4A88-93DB-F7DE9C1A3F89}" dt="2026-09-10T19:55:31.251" v="30" actId="21"/>
          <ac:spMkLst>
            <pc:docMk/>
            <pc:sldMk cId="0" sldId="281"/>
            <ac:spMk id="14" creationId="{7AEC8340-B0A9-5B6E-3A05-3D5E51C6601C}"/>
          </ac:spMkLst>
        </pc:spChg>
        <pc:spChg chg="add mod">
          <ac:chgData name="Anurag Jayswal" userId="10af99b70cebdd09" providerId="LiveId" clId="{55CFE58E-A135-4A88-93DB-F7DE9C1A3F89}" dt="2026-09-10T20:11:06.307" v="589" actId="1076"/>
          <ac:spMkLst>
            <pc:docMk/>
            <pc:sldMk cId="0" sldId="281"/>
            <ac:spMk id="18" creationId="{8B0E2F48-7B42-7296-0288-C6679D9036DE}"/>
          </ac:spMkLst>
        </pc:spChg>
        <pc:spChg chg="add mod">
          <ac:chgData name="Anurag Jayswal" userId="10af99b70cebdd09" providerId="LiveId" clId="{55CFE58E-A135-4A88-93DB-F7DE9C1A3F89}" dt="2026-09-11T04:04:26.154" v="770" actId="1076"/>
          <ac:spMkLst>
            <pc:docMk/>
            <pc:sldMk cId="0" sldId="281"/>
            <ac:spMk id="25" creationId="{1466A524-2A64-D682-B850-1B85C7B95C5E}"/>
          </ac:spMkLst>
        </pc:spChg>
        <pc:spChg chg="add mod">
          <ac:chgData name="Anurag Jayswal" userId="10af99b70cebdd09" providerId="LiveId" clId="{55CFE58E-A135-4A88-93DB-F7DE9C1A3F89}" dt="2026-09-10T20:10:38.170" v="582" actId="1076"/>
          <ac:spMkLst>
            <pc:docMk/>
            <pc:sldMk cId="0" sldId="281"/>
            <ac:spMk id="30" creationId="{7C0C65CB-B094-F75B-7D5F-2DE1F1A63D27}"/>
          </ac:spMkLst>
        </pc:spChg>
        <pc:spChg chg="add del">
          <ac:chgData name="Anurag Jayswal" userId="10af99b70cebdd09" providerId="LiveId" clId="{55CFE58E-A135-4A88-93DB-F7DE9C1A3F89}" dt="2026-09-10T19:58:58.397" v="101" actId="21"/>
          <ac:spMkLst>
            <pc:docMk/>
            <pc:sldMk cId="0" sldId="281"/>
            <ac:spMk id="32" creationId="{4A355803-F903-B56E-A3DA-A2814473B38D}"/>
          </ac:spMkLst>
        </pc:spChg>
        <pc:spChg chg="add mod">
          <ac:chgData name="Anurag Jayswal" userId="10af99b70cebdd09" providerId="LiveId" clId="{55CFE58E-A135-4A88-93DB-F7DE9C1A3F89}" dt="2026-09-10T20:10:46.199" v="584" actId="1076"/>
          <ac:spMkLst>
            <pc:docMk/>
            <pc:sldMk cId="0" sldId="281"/>
            <ac:spMk id="34" creationId="{647F8732-6011-8AF6-196B-2E14231B234F}"/>
          </ac:spMkLst>
        </pc:spChg>
        <pc:spChg chg="add mod">
          <ac:chgData name="Anurag Jayswal" userId="10af99b70cebdd09" providerId="LiveId" clId="{55CFE58E-A135-4A88-93DB-F7DE9C1A3F89}" dt="2026-09-10T20:10:59.053" v="587" actId="1076"/>
          <ac:spMkLst>
            <pc:docMk/>
            <pc:sldMk cId="0" sldId="281"/>
            <ac:spMk id="36" creationId="{AC2EC242-318F-2072-0D72-7622CBFE85D7}"/>
          </ac:spMkLst>
        </pc:spChg>
        <pc:spChg chg="add del mod">
          <ac:chgData name="Anurag Jayswal" userId="10af99b70cebdd09" providerId="LiveId" clId="{55CFE58E-A135-4A88-93DB-F7DE9C1A3F89}" dt="2026-09-11T05:02:12.411" v="1070" actId="478"/>
          <ac:spMkLst>
            <pc:docMk/>
            <pc:sldMk cId="0" sldId="281"/>
            <ac:spMk id="38" creationId="{4AA6D395-32F7-7621-081A-B22CE4C8FD90}"/>
          </ac:spMkLst>
        </pc:spChg>
        <pc:spChg chg="add del mod">
          <ac:chgData name="Anurag Jayswal" userId="10af99b70cebdd09" providerId="LiveId" clId="{55CFE58E-A135-4A88-93DB-F7DE9C1A3F89}" dt="2026-09-10T20:04:45.257" v="519" actId="21"/>
          <ac:spMkLst>
            <pc:docMk/>
            <pc:sldMk cId="0" sldId="281"/>
            <ac:spMk id="40" creationId="{D32EE70B-0853-78FC-C6E9-FB6D8AE750D5}"/>
          </ac:spMkLst>
        </pc:spChg>
        <pc:spChg chg="add del mod">
          <ac:chgData name="Anurag Jayswal" userId="10af99b70cebdd09" providerId="LiveId" clId="{55CFE58E-A135-4A88-93DB-F7DE9C1A3F89}" dt="2026-09-11T05:02:12.411" v="1070" actId="478"/>
          <ac:spMkLst>
            <pc:docMk/>
            <pc:sldMk cId="0" sldId="281"/>
            <ac:spMk id="42" creationId="{75158EEE-4882-2882-6342-2943B4FB475C}"/>
          </ac:spMkLst>
        </pc:spChg>
        <pc:spChg chg="add del mod">
          <ac:chgData name="Anurag Jayswal" userId="10af99b70cebdd09" providerId="LiveId" clId="{55CFE58E-A135-4A88-93DB-F7DE9C1A3F89}" dt="2026-09-11T05:02:12.411" v="1070" actId="478"/>
          <ac:spMkLst>
            <pc:docMk/>
            <pc:sldMk cId="0" sldId="281"/>
            <ac:spMk id="44" creationId="{49AE9E48-F17F-C92A-C7F4-CBAFF4DA5366}"/>
          </ac:spMkLst>
        </pc:spChg>
        <pc:spChg chg="add del mod">
          <ac:chgData name="Anurag Jayswal" userId="10af99b70cebdd09" providerId="LiveId" clId="{55CFE58E-A135-4A88-93DB-F7DE9C1A3F89}" dt="2026-09-11T05:02:08.794" v="1069"/>
          <ac:spMkLst>
            <pc:docMk/>
            <pc:sldMk cId="0" sldId="281"/>
            <ac:spMk id="47" creationId="{FD2CB709-DA77-3E41-2851-668543C81F51}"/>
          </ac:spMkLst>
        </pc:spChg>
        <pc:spChg chg="del mod">
          <ac:chgData name="Anurag Jayswal" userId="10af99b70cebdd09" providerId="LiveId" clId="{55CFE58E-A135-4A88-93DB-F7DE9C1A3F89}" dt="2026-09-11T05:20:17.304" v="1219"/>
          <ac:spMkLst>
            <pc:docMk/>
            <pc:sldMk cId="0" sldId="281"/>
            <ac:spMk id="48" creationId="{39C37E9F-A8B7-E571-468A-AA9AFC78B948}"/>
          </ac:spMkLst>
        </pc:spChg>
        <pc:spChg chg="add del mod">
          <ac:chgData name="Anurag Jayswal" userId="10af99b70cebdd09" providerId="LiveId" clId="{55CFE58E-A135-4A88-93DB-F7DE9C1A3F89}" dt="2026-09-11T05:20:12.192" v="1216" actId="478"/>
          <ac:spMkLst>
            <pc:docMk/>
            <pc:sldMk cId="0" sldId="281"/>
            <ac:spMk id="49" creationId="{938B3C4E-D161-D036-CAF1-A98530DC92EE}"/>
          </ac:spMkLst>
        </pc:spChg>
        <pc:spChg chg="add del mod">
          <ac:chgData name="Anurag Jayswal" userId="10af99b70cebdd09" providerId="LiveId" clId="{55CFE58E-A135-4A88-93DB-F7DE9C1A3F89}" dt="2026-09-11T05:19:58.760" v="1213" actId="478"/>
          <ac:spMkLst>
            <pc:docMk/>
            <pc:sldMk cId="0" sldId="281"/>
            <ac:spMk id="50" creationId="{97D88754-5499-683C-AFBD-359227E2EC36}"/>
          </ac:spMkLst>
        </pc:spChg>
        <pc:spChg chg="add del mod">
          <ac:chgData name="Anurag Jayswal" userId="10af99b70cebdd09" providerId="LiveId" clId="{55CFE58E-A135-4A88-93DB-F7DE9C1A3F89}" dt="2026-09-11T05:19:58.760" v="1213" actId="478"/>
          <ac:spMkLst>
            <pc:docMk/>
            <pc:sldMk cId="0" sldId="281"/>
            <ac:spMk id="51" creationId="{10BD9335-E7E9-2F2F-45A3-74DCB88A5E44}"/>
          </ac:spMkLst>
        </pc:spChg>
        <pc:spChg chg="add del mod">
          <ac:chgData name="Anurag Jayswal" userId="10af99b70cebdd09" providerId="LiveId" clId="{55CFE58E-A135-4A88-93DB-F7DE9C1A3F89}" dt="2026-09-11T05:20:04.776" v="1214" actId="478"/>
          <ac:spMkLst>
            <pc:docMk/>
            <pc:sldMk cId="0" sldId="281"/>
            <ac:spMk id="52" creationId="{42A8A205-5301-26E7-8084-06766166AF51}"/>
          </ac:spMkLst>
        </pc:spChg>
        <pc:spChg chg="add del mod">
          <ac:chgData name="Anurag Jayswal" userId="10af99b70cebdd09" providerId="LiveId" clId="{55CFE58E-A135-4A88-93DB-F7DE9C1A3F89}" dt="2026-09-11T05:20:04.776" v="1214" actId="478"/>
          <ac:spMkLst>
            <pc:docMk/>
            <pc:sldMk cId="0" sldId="281"/>
            <ac:spMk id="53" creationId="{90EE2A56-5A0F-679F-6CDC-9BAD6509E9E3}"/>
          </ac:spMkLst>
        </pc:spChg>
        <pc:spChg chg="del mod">
          <ac:chgData name="Anurag Jayswal" userId="10af99b70cebdd09" providerId="LiveId" clId="{55CFE58E-A135-4A88-93DB-F7DE9C1A3F89}" dt="2026-09-11T05:19:58.760" v="1213" actId="478"/>
          <ac:spMkLst>
            <pc:docMk/>
            <pc:sldMk cId="0" sldId="281"/>
            <ac:spMk id="54" creationId="{BED274FD-ED2E-E0E3-3C58-BDD5E7CA404A}"/>
          </ac:spMkLst>
        </pc:spChg>
        <pc:spChg chg="del mod">
          <ac:chgData name="Anurag Jayswal" userId="10af99b70cebdd09" providerId="LiveId" clId="{55CFE58E-A135-4A88-93DB-F7DE9C1A3F89}" dt="2026-09-11T05:19:58.760" v="1213" actId="478"/>
          <ac:spMkLst>
            <pc:docMk/>
            <pc:sldMk cId="0" sldId="281"/>
            <ac:spMk id="55" creationId="{0F1FB1E3-22E5-30D0-3DAB-530D5DF58543}"/>
          </ac:spMkLst>
        </pc:spChg>
        <pc:spChg chg="add del mod">
          <ac:chgData name="Anurag Jayswal" userId="10af99b70cebdd09" providerId="LiveId" clId="{55CFE58E-A135-4A88-93DB-F7DE9C1A3F89}" dt="2026-09-11T05:19:58.760" v="1213" actId="478"/>
          <ac:spMkLst>
            <pc:docMk/>
            <pc:sldMk cId="0" sldId="281"/>
            <ac:spMk id="56" creationId="{11CF67A8-E65E-19E1-D979-5EE15B5B93B4}"/>
          </ac:spMkLst>
        </pc:spChg>
        <pc:spChg chg="add del mod">
          <ac:chgData name="Anurag Jayswal" userId="10af99b70cebdd09" providerId="LiveId" clId="{55CFE58E-A135-4A88-93DB-F7DE9C1A3F89}" dt="2026-09-11T05:19:58.760" v="1213" actId="478"/>
          <ac:spMkLst>
            <pc:docMk/>
            <pc:sldMk cId="0" sldId="281"/>
            <ac:spMk id="57" creationId="{03F3C6C2-FA06-8450-C8DD-318B45C07F37}"/>
          </ac:spMkLst>
        </pc:spChg>
        <pc:spChg chg="add del mod">
          <ac:chgData name="Anurag Jayswal" userId="10af99b70cebdd09" providerId="LiveId" clId="{55CFE58E-A135-4A88-93DB-F7DE9C1A3F89}" dt="2026-09-11T05:19:58.760" v="1213" actId="478"/>
          <ac:spMkLst>
            <pc:docMk/>
            <pc:sldMk cId="0" sldId="281"/>
            <ac:spMk id="58" creationId="{8209E3BA-76D5-0E29-48D9-F841BF59808B}"/>
          </ac:spMkLst>
        </pc:spChg>
        <pc:spChg chg="add del mod">
          <ac:chgData name="Anurag Jayswal" userId="10af99b70cebdd09" providerId="LiveId" clId="{55CFE58E-A135-4A88-93DB-F7DE9C1A3F89}" dt="2026-09-11T05:19:58.760" v="1213" actId="478"/>
          <ac:spMkLst>
            <pc:docMk/>
            <pc:sldMk cId="0" sldId="281"/>
            <ac:spMk id="59" creationId="{1C5FAF85-A073-8AA9-D1AD-31CCD1B00298}"/>
          </ac:spMkLst>
        </pc:spChg>
        <pc:spChg chg="del mod">
          <ac:chgData name="Anurag Jayswal" userId="10af99b70cebdd09" providerId="LiveId" clId="{55CFE58E-A135-4A88-93DB-F7DE9C1A3F89}" dt="2026-09-11T05:19:58.760" v="1213" actId="478"/>
          <ac:spMkLst>
            <pc:docMk/>
            <pc:sldMk cId="0" sldId="281"/>
            <ac:spMk id="60" creationId="{5FFD03DE-4108-4C51-869D-55E94FB5B016}"/>
          </ac:spMkLst>
        </pc:spChg>
        <pc:spChg chg="add del mod">
          <ac:chgData name="Anurag Jayswal" userId="10af99b70cebdd09" providerId="LiveId" clId="{55CFE58E-A135-4A88-93DB-F7DE9C1A3F89}" dt="2026-09-11T05:19:58.760" v="1213" actId="478"/>
          <ac:spMkLst>
            <pc:docMk/>
            <pc:sldMk cId="0" sldId="281"/>
            <ac:spMk id="61" creationId="{38E611E9-AA8C-3465-830B-26A3317EBE16}"/>
          </ac:spMkLst>
        </pc:spChg>
        <pc:spChg chg="add">
          <ac:chgData name="Anurag Jayswal" userId="10af99b70cebdd09" providerId="LiveId" clId="{55CFE58E-A135-4A88-93DB-F7DE9C1A3F89}" dt="2026-09-11T05:50:28.035" v="1298" actId="22"/>
          <ac:spMkLst>
            <pc:docMk/>
            <pc:sldMk cId="0" sldId="281"/>
            <ac:spMk id="15412" creationId="{61F38009-0EBD-1A04-9BDC-DB42A77D2D4D}"/>
          </ac:spMkLst>
        </pc:spChg>
        <pc:spChg chg="add mod">
          <ac:chgData name="Anurag Jayswal" userId="10af99b70cebdd09" providerId="LiveId" clId="{55CFE58E-A135-4A88-93DB-F7DE9C1A3F89}" dt="2026-09-11T05:50:39.732" v="1299" actId="1076"/>
          <ac:spMkLst>
            <pc:docMk/>
            <pc:sldMk cId="0" sldId="281"/>
            <ac:spMk id="15414" creationId="{33C0CF4D-E47F-172B-0E12-504060599A6A}"/>
          </ac:spMkLst>
        </pc:spChg>
        <pc:spChg chg="add">
          <ac:chgData name="Anurag Jayswal" userId="10af99b70cebdd09" providerId="LiveId" clId="{55CFE58E-A135-4A88-93DB-F7DE9C1A3F89}" dt="2026-09-11T05:50:28.035" v="1298" actId="22"/>
          <ac:spMkLst>
            <pc:docMk/>
            <pc:sldMk cId="0" sldId="281"/>
            <ac:spMk id="15416" creationId="{33580F43-678F-6829-EC55-9C338919E208}"/>
          </ac:spMkLst>
        </pc:spChg>
        <pc:spChg chg="add">
          <ac:chgData name="Anurag Jayswal" userId="10af99b70cebdd09" providerId="LiveId" clId="{55CFE58E-A135-4A88-93DB-F7DE9C1A3F89}" dt="2026-09-11T05:50:28.035" v="1298" actId="22"/>
          <ac:spMkLst>
            <pc:docMk/>
            <pc:sldMk cId="0" sldId="281"/>
            <ac:spMk id="15418" creationId="{A87C0859-9DF9-F978-8C4D-2EBFD126D3DB}"/>
          </ac:spMkLst>
        </pc:spChg>
        <pc:spChg chg="del">
          <ac:chgData name="Anurag Jayswal" userId="10af99b70cebdd09" providerId="LiveId" clId="{55CFE58E-A135-4A88-93DB-F7DE9C1A3F89}" dt="2026-09-11T05:02:12.411" v="1070" actId="478"/>
          <ac:spMkLst>
            <pc:docMk/>
            <pc:sldMk cId="0" sldId="281"/>
            <ac:spMk id="15493" creationId="{27A3A033-3857-413A-FE2D-6EC04916581E}"/>
          </ac:spMkLst>
        </pc:spChg>
        <pc:spChg chg="mod">
          <ac:chgData name="Anurag Jayswal" userId="10af99b70cebdd09" providerId="LiveId" clId="{55CFE58E-A135-4A88-93DB-F7DE9C1A3F89}" dt="2026-09-11T04:04:07.553" v="766" actId="1076"/>
          <ac:spMkLst>
            <pc:docMk/>
            <pc:sldMk cId="0" sldId="281"/>
            <ac:spMk id="15529" creationId="{8D9E6A57-01C6-A980-406E-7623F2003D3C}"/>
          </ac:spMkLst>
        </pc:spChg>
        <pc:picChg chg="add del mod">
          <ac:chgData name="Anurag Jayswal" userId="10af99b70cebdd09" providerId="LiveId" clId="{55CFE58E-A135-4A88-93DB-F7DE9C1A3F89}" dt="2026-09-10T20:05:29.725" v="524" actId="21"/>
          <ac:picMkLst>
            <pc:docMk/>
            <pc:sldMk cId="0" sldId="281"/>
            <ac:picMk id="46" creationId="{BC30F42B-6F2A-4929-E0ED-678648314A41}"/>
          </ac:picMkLst>
        </pc:picChg>
        <pc:picChg chg="mod">
          <ac:chgData name="Anurag Jayswal" userId="10af99b70cebdd09" providerId="LiveId" clId="{55CFE58E-A135-4A88-93DB-F7DE9C1A3F89}" dt="2026-09-11T04:04:02.119" v="765" actId="1076"/>
          <ac:picMkLst>
            <pc:docMk/>
            <pc:sldMk cId="0" sldId="281"/>
            <ac:picMk id="15495" creationId="{09ED916C-A683-B817-DE4E-FA8FE8F227BC}"/>
          </ac:picMkLst>
        </pc:picChg>
        <pc:picChg chg="mod">
          <ac:chgData name="Anurag Jayswal" userId="10af99b70cebdd09" providerId="LiveId" clId="{55CFE58E-A135-4A88-93DB-F7DE9C1A3F89}" dt="2026-09-11T04:04:13.172" v="767" actId="1076"/>
          <ac:picMkLst>
            <pc:docMk/>
            <pc:sldMk cId="0" sldId="281"/>
            <ac:picMk id="15507" creationId="{1235466D-2572-1DE1-5E4B-8AB57C71A553}"/>
          </ac:picMkLst>
        </pc:picChg>
        <pc:picChg chg="mod">
          <ac:chgData name="Anurag Jayswal" userId="10af99b70cebdd09" providerId="LiveId" clId="{55CFE58E-A135-4A88-93DB-F7DE9C1A3F89}" dt="2026-09-11T04:04:20.647" v="769" actId="1076"/>
          <ac:picMkLst>
            <pc:docMk/>
            <pc:sldMk cId="0" sldId="281"/>
            <ac:picMk id="15515" creationId="{AD3BB250-0481-5300-6EE4-67CC35F01368}"/>
          </ac:picMkLst>
        </pc:picChg>
        <pc:cxnChg chg="del mod">
          <ac:chgData name="Anurag Jayswal" userId="10af99b70cebdd09" providerId="LiveId" clId="{55CFE58E-A135-4A88-93DB-F7DE9C1A3F89}" dt="2026-09-10T19:55:25.299" v="29" actId="21"/>
          <ac:cxnSpMkLst>
            <pc:docMk/>
            <pc:sldMk cId="0" sldId="281"/>
            <ac:cxnSpMk id="15" creationId="{E6A942A1-2862-286E-6E71-7072CD0E0653}"/>
          </ac:cxnSpMkLst>
        </pc:cxnChg>
        <pc:cxnChg chg="del mod">
          <ac:chgData name="Anurag Jayswal" userId="10af99b70cebdd09" providerId="LiveId" clId="{55CFE58E-A135-4A88-93DB-F7DE9C1A3F89}" dt="2026-09-10T19:55:25.299" v="29" actId="21"/>
          <ac:cxnSpMkLst>
            <pc:docMk/>
            <pc:sldMk cId="0" sldId="281"/>
            <ac:cxnSpMk id="16" creationId="{324510C9-BD7F-6477-9196-329972DC5AE0}"/>
          </ac:cxnSpMkLst>
        </pc:cxnChg>
        <pc:cxnChg chg="del mod">
          <ac:chgData name="Anurag Jayswal" userId="10af99b70cebdd09" providerId="LiveId" clId="{55CFE58E-A135-4A88-93DB-F7DE9C1A3F89}" dt="2026-09-10T19:55:25.299" v="29" actId="21"/>
          <ac:cxnSpMkLst>
            <pc:docMk/>
            <pc:sldMk cId="0" sldId="281"/>
            <ac:cxnSpMk id="17" creationId="{CBCFB8BD-82F3-3621-02B7-827F05891803}"/>
          </ac:cxnSpMkLst>
        </pc:cxnChg>
        <pc:cxnChg chg="add del mod">
          <ac:chgData name="Anurag Jayswal" userId="10af99b70cebdd09" providerId="LiveId" clId="{55CFE58E-A135-4A88-93DB-F7DE9C1A3F89}" dt="2026-09-10T19:57:31.271" v="82" actId="21"/>
          <ac:cxnSpMkLst>
            <pc:docMk/>
            <pc:sldMk cId="0" sldId="281"/>
            <ac:cxnSpMk id="19" creationId="{46ABDF6E-6A93-737E-6AA4-876E3C5F490A}"/>
          </ac:cxnSpMkLst>
        </pc:cxnChg>
        <pc:cxnChg chg="add del mod">
          <ac:chgData name="Anurag Jayswal" userId="10af99b70cebdd09" providerId="LiveId" clId="{55CFE58E-A135-4A88-93DB-F7DE9C1A3F89}" dt="2026-09-10T19:57:33.721" v="83" actId="21"/>
          <ac:cxnSpMkLst>
            <pc:docMk/>
            <pc:sldMk cId="0" sldId="281"/>
            <ac:cxnSpMk id="20" creationId="{00761355-2E6C-263E-1619-FAB5E0BD2252}"/>
          </ac:cxnSpMkLst>
        </pc:cxnChg>
        <pc:cxnChg chg="add del mod">
          <ac:chgData name="Anurag Jayswal" userId="10af99b70cebdd09" providerId="LiveId" clId="{55CFE58E-A135-4A88-93DB-F7DE9C1A3F89}" dt="2026-09-10T19:57:36.070" v="84" actId="21"/>
          <ac:cxnSpMkLst>
            <pc:docMk/>
            <pc:sldMk cId="0" sldId="281"/>
            <ac:cxnSpMk id="21" creationId="{4D3CC0ED-33C1-718C-5B1F-D23C5FAC72C4}"/>
          </ac:cxnSpMkLst>
        </pc:cxnChg>
        <pc:cxnChg chg="mod">
          <ac:chgData name="Anurag Jayswal" userId="10af99b70cebdd09" providerId="LiveId" clId="{55CFE58E-A135-4A88-93DB-F7DE9C1A3F89}" dt="2026-09-11T05:16:54.061" v="1169" actId="14100"/>
          <ac:cxnSpMkLst>
            <pc:docMk/>
            <pc:sldMk cId="0" sldId="281"/>
            <ac:cxnSpMk id="62" creationId="{8FCE417B-CA61-4B3F-1185-82F0B265D84E}"/>
          </ac:cxnSpMkLst>
        </pc:cxnChg>
        <pc:cxnChg chg="mod">
          <ac:chgData name="Anurag Jayswal" userId="10af99b70cebdd09" providerId="LiveId" clId="{55CFE58E-A135-4A88-93DB-F7DE9C1A3F89}" dt="2026-09-11T05:17:16.179" v="1172" actId="14100"/>
          <ac:cxnSpMkLst>
            <pc:docMk/>
            <pc:sldMk cId="0" sldId="281"/>
            <ac:cxnSpMk id="63" creationId="{5729E2D5-CEAE-D39D-5B6B-363310160A54}"/>
          </ac:cxnSpMkLst>
        </pc:cxnChg>
        <pc:cxnChg chg="mod">
          <ac:chgData name="Anurag Jayswal" userId="10af99b70cebdd09" providerId="LiveId" clId="{55CFE58E-A135-4A88-93DB-F7DE9C1A3F89}" dt="2026-09-11T05:19:47.936" v="1210" actId="1076"/>
          <ac:cxnSpMkLst>
            <pc:docMk/>
            <pc:sldMk cId="0" sldId="281"/>
            <ac:cxnSpMk id="15360" creationId="{5D3E891C-8C94-A2AE-DC6F-3CCA5B00A7C8}"/>
          </ac:cxnSpMkLst>
        </pc:cxnChg>
        <pc:cxnChg chg="mod">
          <ac:chgData name="Anurag Jayswal" userId="10af99b70cebdd09" providerId="LiveId" clId="{55CFE58E-A135-4A88-93DB-F7DE9C1A3F89}" dt="2026-09-11T05:19:48.180" v="1211" actId="1076"/>
          <ac:cxnSpMkLst>
            <pc:docMk/>
            <pc:sldMk cId="0" sldId="281"/>
            <ac:cxnSpMk id="15363" creationId="{484E296D-FD81-C6F4-E135-819AF85FCBEE}"/>
          </ac:cxnSpMkLst>
        </pc:cxnChg>
        <pc:cxnChg chg="mod">
          <ac:chgData name="Anurag Jayswal" userId="10af99b70cebdd09" providerId="LiveId" clId="{55CFE58E-A135-4A88-93DB-F7DE9C1A3F89}" dt="2026-09-11T05:19:45.265" v="1198" actId="1076"/>
          <ac:cxnSpMkLst>
            <pc:docMk/>
            <pc:sldMk cId="0" sldId="281"/>
            <ac:cxnSpMk id="15364" creationId="{6963D900-56B6-31E1-56A8-D59C88B17736}"/>
          </ac:cxnSpMkLst>
        </pc:cxnChg>
        <pc:cxnChg chg="mod">
          <ac:chgData name="Anurag Jayswal" userId="10af99b70cebdd09" providerId="LiveId" clId="{55CFE58E-A135-4A88-93DB-F7DE9C1A3F89}" dt="2026-09-11T05:19:44.589" v="1195" actId="1076"/>
          <ac:cxnSpMkLst>
            <pc:docMk/>
            <pc:sldMk cId="0" sldId="281"/>
            <ac:cxnSpMk id="15365" creationId="{EB9F44D9-2A1F-BEFB-5F9D-113B4A5A9FA5}"/>
          </ac:cxnSpMkLst>
        </pc:cxnChg>
      </pc:sldChg>
      <pc:sldChg chg="addSp delSp modSp mod">
        <pc:chgData name="Anurag Jayswal" userId="10af99b70cebdd09" providerId="LiveId" clId="{55CFE58E-A135-4A88-93DB-F7DE9C1A3F89}" dt="2026-09-11T05:27:26.874" v="1295" actId="1076"/>
        <pc:sldMkLst>
          <pc:docMk/>
          <pc:sldMk cId="0" sldId="290"/>
        </pc:sldMkLst>
        <pc:spChg chg="add del mod">
          <ac:chgData name="Anurag Jayswal" userId="10af99b70cebdd09" providerId="LiveId" clId="{55CFE58E-A135-4A88-93DB-F7DE9C1A3F89}" dt="2026-09-11T04:07:34.190" v="920" actId="478"/>
          <ac:spMkLst>
            <pc:docMk/>
            <pc:sldMk cId="0" sldId="290"/>
            <ac:spMk id="3" creationId="{8CF95628-AC6E-844F-36E5-F76639D933A3}"/>
          </ac:spMkLst>
        </pc:spChg>
        <pc:spChg chg="del">
          <ac:chgData name="Anurag Jayswal" userId="10af99b70cebdd09" providerId="LiveId" clId="{55CFE58E-A135-4A88-93DB-F7DE9C1A3F89}" dt="2026-09-11T04:07:27.387" v="919" actId="21"/>
          <ac:spMkLst>
            <pc:docMk/>
            <pc:sldMk cId="0" sldId="290"/>
            <ac:spMk id="5" creationId="{16BE91BF-9239-8CA4-D5ED-EF000792F59E}"/>
          </ac:spMkLst>
        </pc:spChg>
        <pc:spChg chg="add mod">
          <ac:chgData name="Anurag Jayswal" userId="10af99b70cebdd09" providerId="LiveId" clId="{55CFE58E-A135-4A88-93DB-F7DE9C1A3F89}" dt="2026-09-10T20:28:05.515" v="750" actId="1076"/>
          <ac:spMkLst>
            <pc:docMk/>
            <pc:sldMk cId="0" sldId="290"/>
            <ac:spMk id="9" creationId="{E67A992B-6B24-5DDA-9F76-CEAAED51FF28}"/>
          </ac:spMkLst>
        </pc:spChg>
        <pc:spChg chg="mod">
          <ac:chgData name="Anurag Jayswal" userId="10af99b70cebdd09" providerId="LiveId" clId="{55CFE58E-A135-4A88-93DB-F7DE9C1A3F89}" dt="2026-09-10T20:15:06.181" v="598" actId="21"/>
          <ac:spMkLst>
            <pc:docMk/>
            <pc:sldMk cId="0" sldId="290"/>
            <ac:spMk id="11" creationId="{5DBCE864-823D-4A13-9607-5DA1F0ED5FB8}"/>
          </ac:spMkLst>
        </pc:spChg>
        <pc:spChg chg="mod">
          <ac:chgData name="Anurag Jayswal" userId="10af99b70cebdd09" providerId="LiveId" clId="{55CFE58E-A135-4A88-93DB-F7DE9C1A3F89}" dt="2026-09-10T20:28:15.346" v="751" actId="113"/>
          <ac:spMkLst>
            <pc:docMk/>
            <pc:sldMk cId="0" sldId="290"/>
            <ac:spMk id="14" creationId="{AC8B9DE1-31D9-530B-6F79-DA756BB25F78}"/>
          </ac:spMkLst>
        </pc:spChg>
        <pc:spChg chg="add mod">
          <ac:chgData name="Anurag Jayswal" userId="10af99b70cebdd09" providerId="LiveId" clId="{55CFE58E-A135-4A88-93DB-F7DE9C1A3F89}" dt="2026-09-10T20:25:24.447" v="720" actId="1076"/>
          <ac:spMkLst>
            <pc:docMk/>
            <pc:sldMk cId="0" sldId="290"/>
            <ac:spMk id="16" creationId="{E6427729-9720-24B8-44A4-B904B0D897A0}"/>
          </ac:spMkLst>
        </pc:spChg>
        <pc:spChg chg="add mod">
          <ac:chgData name="Anurag Jayswal" userId="10af99b70cebdd09" providerId="LiveId" clId="{55CFE58E-A135-4A88-93DB-F7DE9C1A3F89}" dt="2026-09-10T20:25:43.459" v="724" actId="1076"/>
          <ac:spMkLst>
            <pc:docMk/>
            <pc:sldMk cId="0" sldId="290"/>
            <ac:spMk id="18" creationId="{2BFDF349-C85B-531F-0D78-AAB454F0F67E}"/>
          </ac:spMkLst>
        </pc:spChg>
        <pc:spChg chg="mod">
          <ac:chgData name="Anurag Jayswal" userId="10af99b70cebdd09" providerId="LiveId" clId="{55CFE58E-A135-4A88-93DB-F7DE9C1A3F89}" dt="2026-09-10T20:25:37.371" v="723" actId="1076"/>
          <ac:spMkLst>
            <pc:docMk/>
            <pc:sldMk cId="0" sldId="290"/>
            <ac:spMk id="20" creationId="{83102727-D7C1-BD0E-8743-8120C3F0EF20}"/>
          </ac:spMkLst>
        </pc:spChg>
        <pc:spChg chg="add mod">
          <ac:chgData name="Anurag Jayswal" userId="10af99b70cebdd09" providerId="LiveId" clId="{55CFE58E-A135-4A88-93DB-F7DE9C1A3F89}" dt="2026-09-10T20:25:30.673" v="721" actId="1076"/>
          <ac:spMkLst>
            <pc:docMk/>
            <pc:sldMk cId="0" sldId="290"/>
            <ac:spMk id="22" creationId="{55A1A5A6-D9DC-0A21-4ABE-50D39940EF55}"/>
          </ac:spMkLst>
        </pc:spChg>
        <pc:spChg chg="add mod">
          <ac:chgData name="Anurag Jayswal" userId="10af99b70cebdd09" providerId="LiveId" clId="{55CFE58E-A135-4A88-93DB-F7DE9C1A3F89}" dt="2026-09-10T20:26:13.598" v="729" actId="1076"/>
          <ac:spMkLst>
            <pc:docMk/>
            <pc:sldMk cId="0" sldId="290"/>
            <ac:spMk id="24" creationId="{E1E434F7-7FF8-E850-3B07-BDA7E84B6F30}"/>
          </ac:spMkLst>
        </pc:spChg>
        <pc:spChg chg="add del mod">
          <ac:chgData name="Anurag Jayswal" userId="10af99b70cebdd09" providerId="LiveId" clId="{55CFE58E-A135-4A88-93DB-F7DE9C1A3F89}" dt="2026-09-11T04:07:27.387" v="919" actId="21"/>
          <ac:spMkLst>
            <pc:docMk/>
            <pc:sldMk cId="0" sldId="290"/>
            <ac:spMk id="26" creationId="{D790F7E8-1D43-CAF8-C865-C148A40D3241}"/>
          </ac:spMkLst>
        </pc:spChg>
        <pc:spChg chg="add del mod">
          <ac:chgData name="Anurag Jayswal" userId="10af99b70cebdd09" providerId="LiveId" clId="{55CFE58E-A135-4A88-93DB-F7DE9C1A3F89}" dt="2026-09-11T04:07:39.022" v="921" actId="21"/>
          <ac:spMkLst>
            <pc:docMk/>
            <pc:sldMk cId="0" sldId="290"/>
            <ac:spMk id="28" creationId="{50684E73-C830-C0D8-D28B-B16F0C26F5FA}"/>
          </ac:spMkLst>
        </pc:spChg>
        <pc:spChg chg="add del mod">
          <ac:chgData name="Anurag Jayswal" userId="10af99b70cebdd09" providerId="LiveId" clId="{55CFE58E-A135-4A88-93DB-F7DE9C1A3F89}" dt="2026-09-11T04:07:27.387" v="919" actId="21"/>
          <ac:spMkLst>
            <pc:docMk/>
            <pc:sldMk cId="0" sldId="290"/>
            <ac:spMk id="30" creationId="{E778E68F-E810-BC62-A38D-7B1A786356CE}"/>
          </ac:spMkLst>
        </pc:spChg>
        <pc:spChg chg="add del mod">
          <ac:chgData name="Anurag Jayswal" userId="10af99b70cebdd09" providerId="LiveId" clId="{55CFE58E-A135-4A88-93DB-F7DE9C1A3F89}" dt="2026-09-10T20:25:04.166" v="717" actId="21"/>
          <ac:spMkLst>
            <pc:docMk/>
            <pc:sldMk cId="0" sldId="290"/>
            <ac:spMk id="32" creationId="{358263B6-4F32-55B4-CE17-1AD58DAA3032}"/>
          </ac:spMkLst>
        </pc:spChg>
        <pc:spChg chg="mod">
          <ac:chgData name="Anurag Jayswal" userId="10af99b70cebdd09" providerId="LiveId" clId="{55CFE58E-A135-4A88-93DB-F7DE9C1A3F89}" dt="2026-09-11T04:04:43.172" v="784" actId="1038"/>
          <ac:spMkLst>
            <pc:docMk/>
            <pc:sldMk cId="0" sldId="290"/>
            <ac:spMk id="39" creationId="{E9E4C9C0-E955-97D3-9C3E-B9D3C3602E5D}"/>
          </ac:spMkLst>
        </pc:spChg>
        <pc:spChg chg="mod">
          <ac:chgData name="Anurag Jayswal" userId="10af99b70cebdd09" providerId="LiveId" clId="{55CFE58E-A135-4A88-93DB-F7DE9C1A3F89}" dt="2026-09-11T04:04:43.172" v="784" actId="1038"/>
          <ac:spMkLst>
            <pc:docMk/>
            <pc:sldMk cId="0" sldId="290"/>
            <ac:spMk id="40" creationId="{95F84A70-6852-ED1C-2F2C-104F9BA956E5}"/>
          </ac:spMkLst>
        </pc:spChg>
        <pc:spChg chg="add mod">
          <ac:chgData name="Anurag Jayswal" userId="10af99b70cebdd09" providerId="LiveId" clId="{55CFE58E-A135-4A88-93DB-F7DE9C1A3F89}" dt="2026-09-11T04:04:43.172" v="784" actId="1038"/>
          <ac:spMkLst>
            <pc:docMk/>
            <pc:sldMk cId="0" sldId="290"/>
            <ac:spMk id="41" creationId="{110DC55E-F6EC-41F1-A524-2FF900D2494A}"/>
          </ac:spMkLst>
        </pc:spChg>
        <pc:spChg chg="mod">
          <ac:chgData name="Anurag Jayswal" userId="10af99b70cebdd09" providerId="LiveId" clId="{55CFE58E-A135-4A88-93DB-F7DE9C1A3F89}" dt="2026-09-11T04:04:43.172" v="784" actId="1038"/>
          <ac:spMkLst>
            <pc:docMk/>
            <pc:sldMk cId="0" sldId="290"/>
            <ac:spMk id="43" creationId="{8FAFE5D5-D6C9-39E0-6DEF-C881EFBFE724}"/>
          </ac:spMkLst>
        </pc:spChg>
        <pc:spChg chg="mod">
          <ac:chgData name="Anurag Jayswal" userId="10af99b70cebdd09" providerId="LiveId" clId="{55CFE58E-A135-4A88-93DB-F7DE9C1A3F89}" dt="2026-09-11T04:04:43.172" v="784" actId="1038"/>
          <ac:spMkLst>
            <pc:docMk/>
            <pc:sldMk cId="0" sldId="290"/>
            <ac:spMk id="45" creationId="{07104DDF-28D6-DA76-0269-98025EC4DA43}"/>
          </ac:spMkLst>
        </pc:spChg>
        <pc:spChg chg="mod">
          <ac:chgData name="Anurag Jayswal" userId="10af99b70cebdd09" providerId="LiveId" clId="{55CFE58E-A135-4A88-93DB-F7DE9C1A3F89}" dt="2026-09-11T04:04:43.172" v="784" actId="1038"/>
          <ac:spMkLst>
            <pc:docMk/>
            <pc:sldMk cId="0" sldId="290"/>
            <ac:spMk id="47" creationId="{5A5637EA-BF8D-3929-CBC6-1EBEA91BAEF1}"/>
          </ac:spMkLst>
        </pc:spChg>
        <pc:spChg chg="add del mod">
          <ac:chgData name="Anurag Jayswal" userId="10af99b70cebdd09" providerId="LiveId" clId="{55CFE58E-A135-4A88-93DB-F7DE9C1A3F89}" dt="2026-09-11T04:07:27.387" v="919" actId="21"/>
          <ac:spMkLst>
            <pc:docMk/>
            <pc:sldMk cId="0" sldId="290"/>
            <ac:spMk id="50" creationId="{93606F7D-D2FF-F646-E167-09D2F1CF25DC}"/>
          </ac:spMkLst>
        </pc:spChg>
        <pc:spChg chg="add del mod">
          <ac:chgData name="Anurag Jayswal" userId="10af99b70cebdd09" providerId="LiveId" clId="{55CFE58E-A135-4A88-93DB-F7DE9C1A3F89}" dt="2026-09-11T04:07:27.387" v="919" actId="21"/>
          <ac:spMkLst>
            <pc:docMk/>
            <pc:sldMk cId="0" sldId="290"/>
            <ac:spMk id="51" creationId="{C0EB38AE-B02F-40FF-1F0E-A6954D188679}"/>
          </ac:spMkLst>
        </pc:spChg>
        <pc:spChg chg="add mod">
          <ac:chgData name="Anurag Jayswal" userId="10af99b70cebdd09" providerId="LiveId" clId="{55CFE58E-A135-4A88-93DB-F7DE9C1A3F89}" dt="2026-09-10T20:30:21.014" v="752"/>
          <ac:spMkLst>
            <pc:docMk/>
            <pc:sldMk cId="0" sldId="290"/>
            <ac:spMk id="52" creationId="{2EDB7506-3570-AE84-4B4F-B302A45D3E74}"/>
          </ac:spMkLst>
        </pc:spChg>
        <pc:spChg chg="add mod">
          <ac:chgData name="Anurag Jayswal" userId="10af99b70cebdd09" providerId="LiveId" clId="{55CFE58E-A135-4A88-93DB-F7DE9C1A3F89}" dt="2026-09-10T20:30:21.014" v="752"/>
          <ac:spMkLst>
            <pc:docMk/>
            <pc:sldMk cId="0" sldId="290"/>
            <ac:spMk id="58" creationId="{7DBF6922-AA61-A675-B9AC-CFED35FAE184}"/>
          </ac:spMkLst>
        </pc:spChg>
        <pc:spChg chg="mod">
          <ac:chgData name="Anurag Jayswal" userId="10af99b70cebdd09" providerId="LiveId" clId="{55CFE58E-A135-4A88-93DB-F7DE9C1A3F89}" dt="2026-09-11T04:05:04.080" v="785" actId="14100"/>
          <ac:spMkLst>
            <pc:docMk/>
            <pc:sldMk cId="0" sldId="290"/>
            <ac:spMk id="59" creationId="{07914EAC-A1E2-CEFD-305F-E654FC136874}"/>
          </ac:spMkLst>
        </pc:spChg>
        <pc:spChg chg="add del mod">
          <ac:chgData name="Anurag Jayswal" userId="10af99b70cebdd09" providerId="LiveId" clId="{55CFE58E-A135-4A88-93DB-F7DE9C1A3F89}" dt="2026-09-11T04:07:27.387" v="919" actId="21"/>
          <ac:spMkLst>
            <pc:docMk/>
            <pc:sldMk cId="0" sldId="290"/>
            <ac:spMk id="60" creationId="{EE202EC8-B14E-8090-BAF0-B9DA38CE45A1}"/>
          </ac:spMkLst>
        </pc:spChg>
        <pc:spChg chg="mod">
          <ac:chgData name="Anurag Jayswal" userId="10af99b70cebdd09" providerId="LiveId" clId="{55CFE58E-A135-4A88-93DB-F7DE9C1A3F89}" dt="2026-09-10T20:32:39.207" v="757" actId="14100"/>
          <ac:spMkLst>
            <pc:docMk/>
            <pc:sldMk cId="0" sldId="290"/>
            <ac:spMk id="61" creationId="{D0031A75-7758-280F-2A33-04994DC4D20C}"/>
          </ac:spMkLst>
        </pc:spChg>
        <pc:spChg chg="add del mod">
          <ac:chgData name="Anurag Jayswal" userId="10af99b70cebdd09" providerId="LiveId" clId="{55CFE58E-A135-4A88-93DB-F7DE9C1A3F89}" dt="2026-09-11T04:07:27.387" v="919" actId="21"/>
          <ac:spMkLst>
            <pc:docMk/>
            <pc:sldMk cId="0" sldId="290"/>
            <ac:spMk id="62" creationId="{141FBA4A-DEC4-3975-36E2-B504961828AC}"/>
          </ac:spMkLst>
        </pc:spChg>
        <pc:spChg chg="add mod">
          <ac:chgData name="Anurag Jayswal" userId="10af99b70cebdd09" providerId="LiveId" clId="{55CFE58E-A135-4A88-93DB-F7DE9C1A3F89}" dt="2026-09-10T20:32:39.207" v="757" actId="14100"/>
          <ac:spMkLst>
            <pc:docMk/>
            <pc:sldMk cId="0" sldId="290"/>
            <ac:spMk id="63" creationId="{005BADFD-C348-F86D-BAFA-11073D0C7BCC}"/>
          </ac:spMkLst>
        </pc:spChg>
        <pc:spChg chg="add del mod">
          <ac:chgData name="Anurag Jayswal" userId="10af99b70cebdd09" providerId="LiveId" clId="{55CFE58E-A135-4A88-93DB-F7DE9C1A3F89}" dt="2026-09-11T04:07:27.387" v="919" actId="21"/>
          <ac:spMkLst>
            <pc:docMk/>
            <pc:sldMk cId="0" sldId="290"/>
            <ac:spMk id="17408" creationId="{B94F5321-5A31-9C7A-E3F5-C17F2184207D}"/>
          </ac:spMkLst>
        </pc:spChg>
        <pc:spChg chg="del mod">
          <ac:chgData name="Anurag Jayswal" userId="10af99b70cebdd09" providerId="LiveId" clId="{55CFE58E-A135-4A88-93DB-F7DE9C1A3F89}" dt="2026-09-11T04:07:27.387" v="919" actId="21"/>
          <ac:spMkLst>
            <pc:docMk/>
            <pc:sldMk cId="0" sldId="290"/>
            <ac:spMk id="17410" creationId="{00000000-0000-0000-0000-000000000000}"/>
          </ac:spMkLst>
        </pc:spChg>
        <pc:spChg chg="mod">
          <ac:chgData name="Anurag Jayswal" userId="10af99b70cebdd09" providerId="LiveId" clId="{55CFE58E-A135-4A88-93DB-F7DE9C1A3F89}" dt="2026-09-10T20:32:39.207" v="757" actId="14100"/>
          <ac:spMkLst>
            <pc:docMk/>
            <pc:sldMk cId="0" sldId="290"/>
            <ac:spMk id="17411" creationId="{3810A52B-F746-B36E-658A-767483861292}"/>
          </ac:spMkLst>
        </pc:spChg>
        <pc:spChg chg="add del mod">
          <ac:chgData name="Anurag Jayswal" userId="10af99b70cebdd09" providerId="LiveId" clId="{55CFE58E-A135-4A88-93DB-F7DE9C1A3F89}" dt="2026-09-11T04:07:27.387" v="919" actId="21"/>
          <ac:spMkLst>
            <pc:docMk/>
            <pc:sldMk cId="0" sldId="290"/>
            <ac:spMk id="17417" creationId="{E481B739-F964-13A5-C39F-5319E47062A6}"/>
          </ac:spMkLst>
        </pc:spChg>
        <pc:spChg chg="add del mod">
          <ac:chgData name="Anurag Jayswal" userId="10af99b70cebdd09" providerId="LiveId" clId="{55CFE58E-A135-4A88-93DB-F7DE9C1A3F89}" dt="2026-09-11T04:07:20.605" v="918" actId="21"/>
          <ac:spMkLst>
            <pc:docMk/>
            <pc:sldMk cId="0" sldId="290"/>
            <ac:spMk id="17433" creationId="{1F6FD079-E7F1-2B80-724D-D24370069D6C}"/>
          </ac:spMkLst>
        </pc:spChg>
        <pc:spChg chg="add del mod">
          <ac:chgData name="Anurag Jayswal" userId="10af99b70cebdd09" providerId="LiveId" clId="{55CFE58E-A135-4A88-93DB-F7DE9C1A3F89}" dt="2026-09-11T04:07:20.605" v="918" actId="21"/>
          <ac:spMkLst>
            <pc:docMk/>
            <pc:sldMk cId="0" sldId="290"/>
            <ac:spMk id="17435" creationId="{61156477-690F-335F-9630-D96E86760852}"/>
          </ac:spMkLst>
        </pc:spChg>
        <pc:spChg chg="add del mod">
          <ac:chgData name="Anurag Jayswal" userId="10af99b70cebdd09" providerId="LiveId" clId="{55CFE58E-A135-4A88-93DB-F7DE9C1A3F89}" dt="2026-09-11T04:07:20.605" v="918" actId="21"/>
          <ac:spMkLst>
            <pc:docMk/>
            <pc:sldMk cId="0" sldId="290"/>
            <ac:spMk id="17437" creationId="{014EBA0F-3197-8DA2-FF6F-ED59F1E88A47}"/>
          </ac:spMkLst>
        </pc:spChg>
        <pc:spChg chg="add del mod">
          <ac:chgData name="Anurag Jayswal" userId="10af99b70cebdd09" providerId="LiveId" clId="{55CFE58E-A135-4A88-93DB-F7DE9C1A3F89}" dt="2026-09-11T04:07:20.605" v="918" actId="21"/>
          <ac:spMkLst>
            <pc:docMk/>
            <pc:sldMk cId="0" sldId="290"/>
            <ac:spMk id="17439" creationId="{6BFEF6A1-FC14-20A0-A19C-8C5B60C11581}"/>
          </ac:spMkLst>
        </pc:spChg>
        <pc:spChg chg="add del mod">
          <ac:chgData name="Anurag Jayswal" userId="10af99b70cebdd09" providerId="LiveId" clId="{55CFE58E-A135-4A88-93DB-F7DE9C1A3F89}" dt="2026-09-11T04:07:20.605" v="918" actId="21"/>
          <ac:spMkLst>
            <pc:docMk/>
            <pc:sldMk cId="0" sldId="290"/>
            <ac:spMk id="17441" creationId="{FC0ECC5A-51EB-D329-B51E-7C2ABA482580}"/>
          </ac:spMkLst>
        </pc:spChg>
        <pc:spChg chg="add del mod">
          <ac:chgData name="Anurag Jayswal" userId="10af99b70cebdd09" providerId="LiveId" clId="{55CFE58E-A135-4A88-93DB-F7DE9C1A3F89}" dt="2026-09-11T04:07:20.605" v="918" actId="21"/>
          <ac:spMkLst>
            <pc:docMk/>
            <pc:sldMk cId="0" sldId="290"/>
            <ac:spMk id="17445" creationId="{E54C52D4-EA05-5457-6CE2-9DEC58485220}"/>
          </ac:spMkLst>
        </pc:spChg>
        <pc:spChg chg="add del mod">
          <ac:chgData name="Anurag Jayswal" userId="10af99b70cebdd09" providerId="LiveId" clId="{55CFE58E-A135-4A88-93DB-F7DE9C1A3F89}" dt="2026-09-11T04:07:20.605" v="918" actId="21"/>
          <ac:spMkLst>
            <pc:docMk/>
            <pc:sldMk cId="0" sldId="290"/>
            <ac:spMk id="17455" creationId="{BCDA3241-71B1-8FFF-CDA0-426F6A901D73}"/>
          </ac:spMkLst>
        </pc:spChg>
        <pc:spChg chg="add del mod">
          <ac:chgData name="Anurag Jayswal" userId="10af99b70cebdd09" providerId="LiveId" clId="{55CFE58E-A135-4A88-93DB-F7DE9C1A3F89}" dt="2026-09-11T04:07:20.605" v="918" actId="21"/>
          <ac:spMkLst>
            <pc:docMk/>
            <pc:sldMk cId="0" sldId="290"/>
            <ac:spMk id="17459" creationId="{BC5662D3-642D-62CD-5954-D34C60462BF9}"/>
          </ac:spMkLst>
        </pc:spChg>
        <pc:spChg chg="add del mod">
          <ac:chgData name="Anurag Jayswal" userId="10af99b70cebdd09" providerId="LiveId" clId="{55CFE58E-A135-4A88-93DB-F7DE9C1A3F89}" dt="2026-09-11T04:07:20.605" v="918" actId="21"/>
          <ac:spMkLst>
            <pc:docMk/>
            <pc:sldMk cId="0" sldId="290"/>
            <ac:spMk id="17461" creationId="{A3928B7F-53B5-A647-5AAB-DC487B9EEB7C}"/>
          </ac:spMkLst>
        </pc:spChg>
        <pc:spChg chg="add del mod">
          <ac:chgData name="Anurag Jayswal" userId="10af99b70cebdd09" providerId="LiveId" clId="{55CFE58E-A135-4A88-93DB-F7DE9C1A3F89}" dt="2026-09-11T04:07:20.605" v="918" actId="21"/>
          <ac:spMkLst>
            <pc:docMk/>
            <pc:sldMk cId="0" sldId="290"/>
            <ac:spMk id="17465" creationId="{791B1474-843E-C1B2-AA59-8A68D9988024}"/>
          </ac:spMkLst>
        </pc:spChg>
        <pc:spChg chg="add mod">
          <ac:chgData name="Anurag Jayswal" userId="10af99b70cebdd09" providerId="LiveId" clId="{55CFE58E-A135-4A88-93DB-F7DE9C1A3F89}" dt="2026-09-11T04:12:04.924" v="960" actId="255"/>
          <ac:spMkLst>
            <pc:docMk/>
            <pc:sldMk cId="0" sldId="290"/>
            <ac:spMk id="17467" creationId="{5CC83D7D-7EAB-6F9B-40CA-4E9B323980EB}"/>
          </ac:spMkLst>
        </pc:spChg>
        <pc:spChg chg="add mod">
          <ac:chgData name="Anurag Jayswal" userId="10af99b70cebdd09" providerId="LiveId" clId="{55CFE58E-A135-4A88-93DB-F7DE9C1A3F89}" dt="2026-09-11T04:07:46.963" v="936" actId="1036"/>
          <ac:spMkLst>
            <pc:docMk/>
            <pc:sldMk cId="0" sldId="290"/>
            <ac:spMk id="17471" creationId="{441D2991-FF56-441B-FB23-8B54E00B8457}"/>
          </ac:spMkLst>
        </pc:spChg>
        <pc:spChg chg="mod">
          <ac:chgData name="Anurag Jayswal" userId="10af99b70cebdd09" providerId="LiveId" clId="{55CFE58E-A135-4A88-93DB-F7DE9C1A3F89}" dt="2026-09-11T04:07:46.963" v="936" actId="1036"/>
          <ac:spMkLst>
            <pc:docMk/>
            <pc:sldMk cId="0" sldId="290"/>
            <ac:spMk id="17473" creationId="{E5576758-55D8-EB60-807D-4A6FF095CD80}"/>
          </ac:spMkLst>
        </pc:spChg>
        <pc:spChg chg="mod">
          <ac:chgData name="Anurag Jayswal" userId="10af99b70cebdd09" providerId="LiveId" clId="{55CFE58E-A135-4A88-93DB-F7DE9C1A3F89}" dt="2026-09-11T05:27:15.312" v="1293" actId="20577"/>
          <ac:spMkLst>
            <pc:docMk/>
            <pc:sldMk cId="0" sldId="290"/>
            <ac:spMk id="17475" creationId="{467F98DB-ABAB-FA7E-68CC-A43761EBF1D3}"/>
          </ac:spMkLst>
        </pc:spChg>
        <pc:spChg chg="add">
          <ac:chgData name="Anurag Jayswal" userId="10af99b70cebdd09" providerId="LiveId" clId="{55CFE58E-A135-4A88-93DB-F7DE9C1A3F89}" dt="2026-09-11T04:07:44.709" v="922" actId="22"/>
          <ac:spMkLst>
            <pc:docMk/>
            <pc:sldMk cId="0" sldId="290"/>
            <ac:spMk id="17477" creationId="{BF54F7EA-CBE0-3A41-7D65-A25F64297944}"/>
          </ac:spMkLst>
        </pc:spChg>
        <pc:spChg chg="add mod">
          <ac:chgData name="Anurag Jayswal" userId="10af99b70cebdd09" providerId="LiveId" clId="{55CFE58E-A135-4A88-93DB-F7DE9C1A3F89}" dt="2026-09-11T04:07:46.963" v="936" actId="1036"/>
          <ac:spMkLst>
            <pc:docMk/>
            <pc:sldMk cId="0" sldId="290"/>
            <ac:spMk id="17479" creationId="{7E8368E3-D30F-38BC-43F9-793FAD94810B}"/>
          </ac:spMkLst>
        </pc:spChg>
        <pc:spChg chg="add mod">
          <ac:chgData name="Anurag Jayswal" userId="10af99b70cebdd09" providerId="LiveId" clId="{55CFE58E-A135-4A88-93DB-F7DE9C1A3F89}" dt="2026-09-11T04:07:46.963" v="936" actId="1036"/>
          <ac:spMkLst>
            <pc:docMk/>
            <pc:sldMk cId="0" sldId="290"/>
            <ac:spMk id="17481" creationId="{A8969598-DDCF-FDB8-B72C-B7D33FD8943A}"/>
          </ac:spMkLst>
        </pc:spChg>
        <pc:spChg chg="add mod">
          <ac:chgData name="Anurag Jayswal" userId="10af99b70cebdd09" providerId="LiveId" clId="{55CFE58E-A135-4A88-93DB-F7DE9C1A3F89}" dt="2026-09-11T04:07:46.963" v="936" actId="1036"/>
          <ac:spMkLst>
            <pc:docMk/>
            <pc:sldMk cId="0" sldId="290"/>
            <ac:spMk id="17483" creationId="{CDE61258-A71B-974F-10A4-92A75DE549BA}"/>
          </ac:spMkLst>
        </pc:spChg>
        <pc:spChg chg="mod">
          <ac:chgData name="Anurag Jayswal" userId="10af99b70cebdd09" providerId="LiveId" clId="{55CFE58E-A135-4A88-93DB-F7DE9C1A3F89}" dt="2026-09-11T04:07:46.963" v="936" actId="1036"/>
          <ac:spMkLst>
            <pc:docMk/>
            <pc:sldMk cId="0" sldId="290"/>
            <ac:spMk id="17485" creationId="{C54720A5-B900-CA27-B4E4-1638607AA8B7}"/>
          </ac:spMkLst>
        </pc:spChg>
        <pc:spChg chg="mod">
          <ac:chgData name="Anurag Jayswal" userId="10af99b70cebdd09" providerId="LiveId" clId="{55CFE58E-A135-4A88-93DB-F7DE9C1A3F89}" dt="2026-09-11T04:07:46.963" v="936" actId="1036"/>
          <ac:spMkLst>
            <pc:docMk/>
            <pc:sldMk cId="0" sldId="290"/>
            <ac:spMk id="17487" creationId="{EED44583-D889-5A0F-6AEB-9A18473467E0}"/>
          </ac:spMkLst>
        </pc:spChg>
        <pc:spChg chg="add">
          <ac:chgData name="Anurag Jayswal" userId="10af99b70cebdd09" providerId="LiveId" clId="{55CFE58E-A135-4A88-93DB-F7DE9C1A3F89}" dt="2026-09-11T04:07:44.709" v="922" actId="22"/>
          <ac:spMkLst>
            <pc:docMk/>
            <pc:sldMk cId="0" sldId="290"/>
            <ac:spMk id="17491" creationId="{3AF2F26A-4D74-339E-BC0C-DCB5BA6EF771}"/>
          </ac:spMkLst>
        </pc:spChg>
        <pc:spChg chg="add mod">
          <ac:chgData name="Anurag Jayswal" userId="10af99b70cebdd09" providerId="LiveId" clId="{55CFE58E-A135-4A88-93DB-F7DE9C1A3F89}" dt="2026-09-11T04:07:46.963" v="936" actId="1036"/>
          <ac:spMkLst>
            <pc:docMk/>
            <pc:sldMk cId="0" sldId="290"/>
            <ac:spMk id="17493" creationId="{5BD3A534-8B95-DDA5-0550-C72D4BFE5EFD}"/>
          </ac:spMkLst>
        </pc:spChg>
        <pc:spChg chg="add mod">
          <ac:chgData name="Anurag Jayswal" userId="10af99b70cebdd09" providerId="LiveId" clId="{55CFE58E-A135-4A88-93DB-F7DE9C1A3F89}" dt="2026-09-11T04:07:46.963" v="936" actId="1036"/>
          <ac:spMkLst>
            <pc:docMk/>
            <pc:sldMk cId="0" sldId="290"/>
            <ac:spMk id="17495" creationId="{70B97AD4-F6C2-A3FE-36A0-F0402904FE1D}"/>
          </ac:spMkLst>
        </pc:spChg>
        <pc:spChg chg="add">
          <ac:chgData name="Anurag Jayswal" userId="10af99b70cebdd09" providerId="LiveId" clId="{55CFE58E-A135-4A88-93DB-F7DE9C1A3F89}" dt="2026-09-11T04:07:44.709" v="922" actId="22"/>
          <ac:spMkLst>
            <pc:docMk/>
            <pc:sldMk cId="0" sldId="290"/>
            <ac:spMk id="17497" creationId="{0E5E2372-01D6-DF7B-C255-E090B1689572}"/>
          </ac:spMkLst>
        </pc:spChg>
        <pc:spChg chg="mod">
          <ac:chgData name="Anurag Jayswal" userId="10af99b70cebdd09" providerId="LiveId" clId="{55CFE58E-A135-4A88-93DB-F7DE9C1A3F89}" dt="2026-09-11T04:11:57.065" v="959" actId="255"/>
          <ac:spMkLst>
            <pc:docMk/>
            <pc:sldMk cId="0" sldId="290"/>
            <ac:spMk id="17500" creationId="{7F6A610D-56B2-BF21-71AF-0FDC75CF7F9E}"/>
          </ac:spMkLst>
        </pc:spChg>
        <pc:spChg chg="add mod">
          <ac:chgData name="Anurag Jayswal" userId="10af99b70cebdd09" providerId="LiveId" clId="{55CFE58E-A135-4A88-93DB-F7DE9C1A3F89}" dt="2026-09-11T04:11:40.288" v="957" actId="1036"/>
          <ac:spMkLst>
            <pc:docMk/>
            <pc:sldMk cId="0" sldId="290"/>
            <ac:spMk id="17501" creationId="{120A81A3-2FC8-3A5E-73F1-C098F1052854}"/>
          </ac:spMkLst>
        </pc:spChg>
        <pc:spChg chg="add mod">
          <ac:chgData name="Anurag Jayswal" userId="10af99b70cebdd09" providerId="LiveId" clId="{55CFE58E-A135-4A88-93DB-F7DE9C1A3F89}" dt="2026-09-11T04:11:40.288" v="957" actId="1036"/>
          <ac:spMkLst>
            <pc:docMk/>
            <pc:sldMk cId="0" sldId="290"/>
            <ac:spMk id="17503" creationId="{42BBBCBB-8E22-5EB6-6783-AE18B2A14C13}"/>
          </ac:spMkLst>
        </pc:spChg>
        <pc:spChg chg="add mod">
          <ac:chgData name="Anurag Jayswal" userId="10af99b70cebdd09" providerId="LiveId" clId="{55CFE58E-A135-4A88-93DB-F7DE9C1A3F89}" dt="2026-09-11T04:11:40.288" v="957" actId="1036"/>
          <ac:spMkLst>
            <pc:docMk/>
            <pc:sldMk cId="0" sldId="290"/>
            <ac:spMk id="17511" creationId="{9693E5E4-53A7-EFD2-A952-4386EDC99408}"/>
          </ac:spMkLst>
        </pc:spChg>
        <pc:spChg chg="add mod">
          <ac:chgData name="Anurag Jayswal" userId="10af99b70cebdd09" providerId="LiveId" clId="{55CFE58E-A135-4A88-93DB-F7DE9C1A3F89}" dt="2026-09-11T04:11:40.288" v="957" actId="1036"/>
          <ac:spMkLst>
            <pc:docMk/>
            <pc:sldMk cId="0" sldId="290"/>
            <ac:spMk id="17512" creationId="{AAB5AEB3-A5C7-8AE6-7A59-201999A85614}"/>
          </ac:spMkLst>
        </pc:spChg>
        <pc:spChg chg="add mod">
          <ac:chgData name="Anurag Jayswal" userId="10af99b70cebdd09" providerId="LiveId" clId="{55CFE58E-A135-4A88-93DB-F7DE9C1A3F89}" dt="2026-09-11T04:11:40.288" v="957" actId="1036"/>
          <ac:spMkLst>
            <pc:docMk/>
            <pc:sldMk cId="0" sldId="290"/>
            <ac:spMk id="17513" creationId="{0081E432-AE7A-251E-6EB2-F8F82D28A925}"/>
          </ac:spMkLst>
        </pc:spChg>
        <pc:spChg chg="add mod">
          <ac:chgData name="Anurag Jayswal" userId="10af99b70cebdd09" providerId="LiveId" clId="{55CFE58E-A135-4A88-93DB-F7DE9C1A3F89}" dt="2026-09-11T04:11:40.288" v="957" actId="1036"/>
          <ac:spMkLst>
            <pc:docMk/>
            <pc:sldMk cId="0" sldId="290"/>
            <ac:spMk id="17518" creationId="{2E72446C-CFC9-93C3-F319-C63F695427E9}"/>
          </ac:spMkLst>
        </pc:spChg>
        <pc:spChg chg="add mod">
          <ac:chgData name="Anurag Jayswal" userId="10af99b70cebdd09" providerId="LiveId" clId="{55CFE58E-A135-4A88-93DB-F7DE9C1A3F89}" dt="2026-09-11T04:11:40.288" v="957" actId="1036"/>
          <ac:spMkLst>
            <pc:docMk/>
            <pc:sldMk cId="0" sldId="290"/>
            <ac:spMk id="17522" creationId="{A529C6C7-2946-3C6D-08A3-B41271DF04F9}"/>
          </ac:spMkLst>
        </pc:spChg>
        <pc:spChg chg="add mod">
          <ac:chgData name="Anurag Jayswal" userId="10af99b70cebdd09" providerId="LiveId" clId="{55CFE58E-A135-4A88-93DB-F7DE9C1A3F89}" dt="2026-09-11T04:11:40.288" v="957" actId="1036"/>
          <ac:spMkLst>
            <pc:docMk/>
            <pc:sldMk cId="0" sldId="290"/>
            <ac:spMk id="17524" creationId="{8894C29E-2178-6D2C-23B7-65A12F7B0084}"/>
          </ac:spMkLst>
        </pc:spChg>
        <pc:spChg chg="add mod">
          <ac:chgData name="Anurag Jayswal" userId="10af99b70cebdd09" providerId="LiveId" clId="{55CFE58E-A135-4A88-93DB-F7DE9C1A3F89}" dt="2026-09-11T04:11:40.288" v="957" actId="1036"/>
          <ac:spMkLst>
            <pc:docMk/>
            <pc:sldMk cId="0" sldId="290"/>
            <ac:spMk id="17528" creationId="{2782DAF2-0B36-A43C-4B24-C0F11C9C6A68}"/>
          </ac:spMkLst>
        </pc:spChg>
        <pc:spChg chg="add mod">
          <ac:chgData name="Anurag Jayswal" userId="10af99b70cebdd09" providerId="LiveId" clId="{55CFE58E-A135-4A88-93DB-F7DE9C1A3F89}" dt="2026-09-11T04:11:40.288" v="957" actId="1036"/>
          <ac:spMkLst>
            <pc:docMk/>
            <pc:sldMk cId="0" sldId="290"/>
            <ac:spMk id="17529" creationId="{EAEE485A-49C8-2F59-25CE-18B5F7681ED1}"/>
          </ac:spMkLst>
        </pc:spChg>
        <pc:spChg chg="add mod">
          <ac:chgData name="Anurag Jayswal" userId="10af99b70cebdd09" providerId="LiveId" clId="{55CFE58E-A135-4A88-93DB-F7DE9C1A3F89}" dt="2026-09-11T04:12:42.043" v="961"/>
          <ac:spMkLst>
            <pc:docMk/>
            <pc:sldMk cId="0" sldId="290"/>
            <ac:spMk id="17536" creationId="{04A157B2-E7FE-FAC9-CFAF-5CA990B1F491}"/>
          </ac:spMkLst>
        </pc:spChg>
        <pc:spChg chg="add mod">
          <ac:chgData name="Anurag Jayswal" userId="10af99b70cebdd09" providerId="LiveId" clId="{55CFE58E-A135-4A88-93DB-F7DE9C1A3F89}" dt="2026-09-11T04:12:42.043" v="961"/>
          <ac:spMkLst>
            <pc:docMk/>
            <pc:sldMk cId="0" sldId="290"/>
            <ac:spMk id="17538" creationId="{C064811F-8BA0-EDBA-4DD2-2EE8E792FEA3}"/>
          </ac:spMkLst>
        </pc:spChg>
        <pc:spChg chg="add mod">
          <ac:chgData name="Anurag Jayswal" userId="10af99b70cebdd09" providerId="LiveId" clId="{55CFE58E-A135-4A88-93DB-F7DE9C1A3F89}" dt="2026-09-11T04:12:42.043" v="961"/>
          <ac:spMkLst>
            <pc:docMk/>
            <pc:sldMk cId="0" sldId="290"/>
            <ac:spMk id="17540" creationId="{47AE0F77-429F-86F7-1CB4-4073B7AF6C8F}"/>
          </ac:spMkLst>
        </pc:spChg>
        <pc:spChg chg="add mod">
          <ac:chgData name="Anurag Jayswal" userId="10af99b70cebdd09" providerId="LiveId" clId="{55CFE58E-A135-4A88-93DB-F7DE9C1A3F89}" dt="2026-09-11T04:12:42.043" v="961"/>
          <ac:spMkLst>
            <pc:docMk/>
            <pc:sldMk cId="0" sldId="290"/>
            <ac:spMk id="17541" creationId="{8658BED4-AA4F-2B5B-7E2B-26CDA5C0DDA9}"/>
          </ac:spMkLst>
        </pc:spChg>
        <pc:spChg chg="add mod">
          <ac:chgData name="Anurag Jayswal" userId="10af99b70cebdd09" providerId="LiveId" clId="{55CFE58E-A135-4A88-93DB-F7DE9C1A3F89}" dt="2026-09-11T04:12:42.043" v="961"/>
          <ac:spMkLst>
            <pc:docMk/>
            <pc:sldMk cId="0" sldId="290"/>
            <ac:spMk id="17542" creationId="{01049AE9-761B-161D-1584-9F2A8F36C16C}"/>
          </ac:spMkLst>
        </pc:spChg>
        <pc:spChg chg="add mod">
          <ac:chgData name="Anurag Jayswal" userId="10af99b70cebdd09" providerId="LiveId" clId="{55CFE58E-A135-4A88-93DB-F7DE9C1A3F89}" dt="2026-09-11T04:12:42.043" v="961"/>
          <ac:spMkLst>
            <pc:docMk/>
            <pc:sldMk cId="0" sldId="290"/>
            <ac:spMk id="17543" creationId="{9F04DFD5-42E0-6189-EB68-D8D3A11F7326}"/>
          </ac:spMkLst>
        </pc:spChg>
        <pc:spChg chg="add mod">
          <ac:chgData name="Anurag Jayswal" userId="10af99b70cebdd09" providerId="LiveId" clId="{55CFE58E-A135-4A88-93DB-F7DE9C1A3F89}" dt="2026-09-11T04:12:42.043" v="961"/>
          <ac:spMkLst>
            <pc:docMk/>
            <pc:sldMk cId="0" sldId="290"/>
            <ac:spMk id="17545" creationId="{41F2289C-F309-ADBF-0E31-0D0DDBB8B112}"/>
          </ac:spMkLst>
        </pc:spChg>
        <pc:spChg chg="add mod">
          <ac:chgData name="Anurag Jayswal" userId="10af99b70cebdd09" providerId="LiveId" clId="{55CFE58E-A135-4A88-93DB-F7DE9C1A3F89}" dt="2026-09-11T04:12:42.043" v="961"/>
          <ac:spMkLst>
            <pc:docMk/>
            <pc:sldMk cId="0" sldId="290"/>
            <ac:spMk id="17546" creationId="{0FB7BE39-A731-576F-B547-195CACB5970E}"/>
          </ac:spMkLst>
        </pc:spChg>
        <pc:spChg chg="add mod">
          <ac:chgData name="Anurag Jayswal" userId="10af99b70cebdd09" providerId="LiveId" clId="{55CFE58E-A135-4A88-93DB-F7DE9C1A3F89}" dt="2026-09-11T04:12:42.043" v="961"/>
          <ac:spMkLst>
            <pc:docMk/>
            <pc:sldMk cId="0" sldId="290"/>
            <ac:spMk id="17547" creationId="{058FA786-08C9-D6EF-9D48-FFC9DC3DA39C}"/>
          </ac:spMkLst>
        </pc:spChg>
        <pc:spChg chg="add mod">
          <ac:chgData name="Anurag Jayswal" userId="10af99b70cebdd09" providerId="LiveId" clId="{55CFE58E-A135-4A88-93DB-F7DE9C1A3F89}" dt="2026-09-11T04:12:42.043" v="961"/>
          <ac:spMkLst>
            <pc:docMk/>
            <pc:sldMk cId="0" sldId="290"/>
            <ac:spMk id="17548" creationId="{A0BC1367-66B3-8815-9901-88B9221F5733}"/>
          </ac:spMkLst>
        </pc:spChg>
        <pc:spChg chg="add mod">
          <ac:chgData name="Anurag Jayswal" userId="10af99b70cebdd09" providerId="LiveId" clId="{55CFE58E-A135-4A88-93DB-F7DE9C1A3F89}" dt="2026-09-11T04:31:15.301" v="1066" actId="255"/>
          <ac:spMkLst>
            <pc:docMk/>
            <pc:sldMk cId="0" sldId="290"/>
            <ac:spMk id="17560" creationId="{A3D9A34D-B9D6-C622-16FB-53B6CA50604E}"/>
          </ac:spMkLst>
        </pc:spChg>
        <pc:spChg chg="add mod">
          <ac:chgData name="Anurag Jayswal" userId="10af99b70cebdd09" providerId="LiveId" clId="{55CFE58E-A135-4A88-93DB-F7DE9C1A3F89}" dt="2026-09-11T04:31:02.213" v="1065" actId="255"/>
          <ac:spMkLst>
            <pc:docMk/>
            <pc:sldMk cId="0" sldId="290"/>
            <ac:spMk id="17562" creationId="{BA69D1F0-729B-5D13-A570-BCD27DBF812C}"/>
          </ac:spMkLst>
        </pc:spChg>
        <pc:picChg chg="add mod">
          <ac:chgData name="Anurag Jayswal" userId="10af99b70cebdd09" providerId="LiveId" clId="{55CFE58E-A135-4A88-93DB-F7DE9C1A3F89}" dt="2026-09-11T04:22:45.268" v="1046" actId="1076"/>
          <ac:picMkLst>
            <pc:docMk/>
            <pc:sldMk cId="0" sldId="290"/>
            <ac:picMk id="17556" creationId="{25705071-4C7F-D99E-8D53-EBBC4CA2B292}"/>
          </ac:picMkLst>
        </pc:picChg>
        <pc:picChg chg="add mod">
          <ac:chgData name="Anurag Jayswal" userId="10af99b70cebdd09" providerId="LiveId" clId="{55CFE58E-A135-4A88-93DB-F7DE9C1A3F89}" dt="2026-09-11T04:27:57.603" v="1056" actId="1076"/>
          <ac:picMkLst>
            <pc:docMk/>
            <pc:sldMk cId="0" sldId="290"/>
            <ac:picMk id="17558" creationId="{3683D025-87EB-1C6B-0918-A71E6B4721FF}"/>
          </ac:picMkLst>
        </pc:picChg>
        <pc:picChg chg="add mod">
          <ac:chgData name="Anurag Jayswal" userId="10af99b70cebdd09" providerId="LiveId" clId="{55CFE58E-A135-4A88-93DB-F7DE9C1A3F89}" dt="2026-09-11T05:22:12.277" v="1243" actId="1076"/>
          <ac:picMkLst>
            <pc:docMk/>
            <pc:sldMk cId="0" sldId="290"/>
            <ac:picMk id="17564" creationId="{80DA36CC-125E-0810-E72E-EBF5F0D26B9E}"/>
          </ac:picMkLst>
        </pc:picChg>
        <pc:picChg chg="add mod">
          <ac:chgData name="Anurag Jayswal" userId="10af99b70cebdd09" providerId="LiveId" clId="{55CFE58E-A135-4A88-93DB-F7DE9C1A3F89}" dt="2026-09-11T05:23:59.191" v="1264" actId="1076"/>
          <ac:picMkLst>
            <pc:docMk/>
            <pc:sldMk cId="0" sldId="290"/>
            <ac:picMk id="17566" creationId="{5119CEE7-0EE6-7C28-877C-D838215BD265}"/>
          </ac:picMkLst>
        </pc:picChg>
        <pc:picChg chg="add mod">
          <ac:chgData name="Anurag Jayswal" userId="10af99b70cebdd09" providerId="LiveId" clId="{55CFE58E-A135-4A88-93DB-F7DE9C1A3F89}" dt="2026-09-11T05:27:26.874" v="1295" actId="1076"/>
          <ac:picMkLst>
            <pc:docMk/>
            <pc:sldMk cId="0" sldId="290"/>
            <ac:picMk id="17568" creationId="{E531B31E-45C3-B326-0A5F-25EC03025B4D}"/>
          </ac:picMkLst>
        </pc:picChg>
        <pc:cxnChg chg="mod">
          <ac:chgData name="Anurag Jayswal" userId="10af99b70cebdd09" providerId="LiveId" clId="{55CFE58E-A135-4A88-93DB-F7DE9C1A3F89}" dt="2026-09-11T04:04:43.172" v="784" actId="1038"/>
          <ac:cxnSpMkLst>
            <pc:docMk/>
            <pc:sldMk cId="0" sldId="290"/>
            <ac:cxnSpMk id="36" creationId="{8AF59F49-B496-7D09-5962-41387C1C5C48}"/>
          </ac:cxnSpMkLst>
        </pc:cxnChg>
        <pc:cxnChg chg="mod">
          <ac:chgData name="Anurag Jayswal" userId="10af99b70cebdd09" providerId="LiveId" clId="{55CFE58E-A135-4A88-93DB-F7DE9C1A3F89}" dt="2026-09-11T04:04:43.172" v="784" actId="1038"/>
          <ac:cxnSpMkLst>
            <pc:docMk/>
            <pc:sldMk cId="0" sldId="290"/>
            <ac:cxnSpMk id="37" creationId="{BDCAC4EB-6045-B25E-348F-0BB082456101}"/>
          </ac:cxnSpMkLst>
        </pc:cxnChg>
        <pc:cxnChg chg="mod">
          <ac:chgData name="Anurag Jayswal" userId="10af99b70cebdd09" providerId="LiveId" clId="{55CFE58E-A135-4A88-93DB-F7DE9C1A3F89}" dt="2026-09-11T04:04:43.172" v="784" actId="1038"/>
          <ac:cxnSpMkLst>
            <pc:docMk/>
            <pc:sldMk cId="0" sldId="290"/>
            <ac:cxnSpMk id="44" creationId="{5905D327-30EE-48C0-8FD1-B2415EDABD15}"/>
          </ac:cxnSpMkLst>
        </pc:cxnChg>
        <pc:cxnChg chg="mod">
          <ac:chgData name="Anurag Jayswal" userId="10af99b70cebdd09" providerId="LiveId" clId="{55CFE58E-A135-4A88-93DB-F7DE9C1A3F89}" dt="2026-09-10T20:33:02.510" v="762" actId="14100"/>
          <ac:cxnSpMkLst>
            <pc:docMk/>
            <pc:sldMk cId="0" sldId="290"/>
            <ac:cxnSpMk id="17412" creationId="{65C60765-B7EF-3BCC-C832-5D2B82D4F7C8}"/>
          </ac:cxnSpMkLst>
        </pc:cxnChg>
        <pc:cxnChg chg="mod">
          <ac:chgData name="Anurag Jayswal" userId="10af99b70cebdd09" providerId="LiveId" clId="{55CFE58E-A135-4A88-93DB-F7DE9C1A3F89}" dt="2026-09-10T20:33:07.949" v="763" actId="14100"/>
          <ac:cxnSpMkLst>
            <pc:docMk/>
            <pc:sldMk cId="0" sldId="290"/>
            <ac:cxnSpMk id="17413" creationId="{209B150B-6B15-5D8D-2E28-A2804C63B0DA}"/>
          </ac:cxnSpMkLst>
        </pc:cxnChg>
        <pc:cxnChg chg="mod">
          <ac:chgData name="Anurag Jayswal" userId="10af99b70cebdd09" providerId="LiveId" clId="{55CFE58E-A135-4A88-93DB-F7DE9C1A3F89}" dt="2026-09-10T20:32:48.229" v="758" actId="14100"/>
          <ac:cxnSpMkLst>
            <pc:docMk/>
            <pc:sldMk cId="0" sldId="290"/>
            <ac:cxnSpMk id="17414" creationId="{2497C4E2-1BC8-53D0-FC4A-360BC561E328}"/>
          </ac:cxnSpMkLst>
        </pc:cxnChg>
        <pc:cxnChg chg="mod">
          <ac:chgData name="Anurag Jayswal" userId="10af99b70cebdd09" providerId="LiveId" clId="{55CFE58E-A135-4A88-93DB-F7DE9C1A3F89}" dt="2026-09-10T20:32:57.597" v="761" actId="14100"/>
          <ac:cxnSpMkLst>
            <pc:docMk/>
            <pc:sldMk cId="0" sldId="290"/>
            <ac:cxnSpMk id="17415" creationId="{F8AF0033-14F7-23B8-AEC4-6500AFC454BF}"/>
          </ac:cxnSpMkLst>
        </pc:cxnChg>
      </pc:sldChg>
      <pc:sldChg chg="addSp delSp modSp mod">
        <pc:chgData name="Anurag Jayswal" userId="10af99b70cebdd09" providerId="LiveId" clId="{55CFE58E-A135-4A88-93DB-F7DE9C1A3F89}" dt="2026-09-11T11:06:42.128" v="1446" actId="14100"/>
        <pc:sldMkLst>
          <pc:docMk/>
          <pc:sldMk cId="3753387913" sldId="293"/>
        </pc:sldMkLst>
        <pc:spChg chg="add mod">
          <ac:chgData name="Anurag Jayswal" userId="10af99b70cebdd09" providerId="LiveId" clId="{55CFE58E-A135-4A88-93DB-F7DE9C1A3F89}" dt="2026-09-11T10:50:58.445" v="1323" actId="1038"/>
          <ac:spMkLst>
            <pc:docMk/>
            <pc:sldMk cId="3753387913" sldId="293"/>
            <ac:spMk id="3" creationId="{DB786A9B-79F4-D2E0-84A5-AF0141259A3C}"/>
          </ac:spMkLst>
        </pc:spChg>
        <pc:spChg chg="add mod">
          <ac:chgData name="Anurag Jayswal" userId="10af99b70cebdd09" providerId="LiveId" clId="{55CFE58E-A135-4A88-93DB-F7DE9C1A3F89}" dt="2026-09-11T10:51:30.302" v="1325" actId="255"/>
          <ac:spMkLst>
            <pc:docMk/>
            <pc:sldMk cId="3753387913" sldId="293"/>
            <ac:spMk id="5" creationId="{8CD53907-49FC-1717-1471-46ED1DFEF0C3}"/>
          </ac:spMkLst>
        </pc:spChg>
        <pc:spChg chg="add mod">
          <ac:chgData name="Anurag Jayswal" userId="10af99b70cebdd09" providerId="LiveId" clId="{55CFE58E-A135-4A88-93DB-F7DE9C1A3F89}" dt="2026-09-11T10:51:30.302" v="1325" actId="255"/>
          <ac:spMkLst>
            <pc:docMk/>
            <pc:sldMk cId="3753387913" sldId="293"/>
            <ac:spMk id="9" creationId="{81A8700F-4A23-2254-4657-E7864733FA4B}"/>
          </ac:spMkLst>
        </pc:spChg>
        <pc:spChg chg="mod">
          <ac:chgData name="Anurag Jayswal" userId="10af99b70cebdd09" providerId="LiveId" clId="{55CFE58E-A135-4A88-93DB-F7DE9C1A3F89}" dt="2026-09-11T10:56:02.565" v="1375" actId="14100"/>
          <ac:spMkLst>
            <pc:docMk/>
            <pc:sldMk cId="3753387913" sldId="293"/>
            <ac:spMk id="12" creationId="{5DBCE864-823D-4A13-9607-5DA1F0ED5FB8}"/>
          </ac:spMkLst>
        </pc:spChg>
        <pc:spChg chg="add mod">
          <ac:chgData name="Anurag Jayswal" userId="10af99b70cebdd09" providerId="LiveId" clId="{55CFE58E-A135-4A88-93DB-F7DE9C1A3F89}" dt="2026-09-11T10:51:30.302" v="1325" actId="255"/>
          <ac:spMkLst>
            <pc:docMk/>
            <pc:sldMk cId="3753387913" sldId="293"/>
            <ac:spMk id="14" creationId="{F65B8B01-B634-5DC3-6F62-DFD65B467EE0}"/>
          </ac:spMkLst>
        </pc:spChg>
        <pc:spChg chg="add mod">
          <ac:chgData name="Anurag Jayswal" userId="10af99b70cebdd09" providerId="LiveId" clId="{55CFE58E-A135-4A88-93DB-F7DE9C1A3F89}" dt="2026-09-11T10:54:05.256" v="1340" actId="20577"/>
          <ac:spMkLst>
            <pc:docMk/>
            <pc:sldMk cId="3753387913" sldId="293"/>
            <ac:spMk id="16" creationId="{143D8B5E-380B-5B50-37D8-2874F81C67F7}"/>
          </ac:spMkLst>
        </pc:spChg>
        <pc:spChg chg="mod">
          <ac:chgData name="Anurag Jayswal" userId="10af99b70cebdd09" providerId="LiveId" clId="{55CFE58E-A135-4A88-93DB-F7DE9C1A3F89}" dt="2026-09-11T10:51:30.302" v="1325" actId="255"/>
          <ac:spMkLst>
            <pc:docMk/>
            <pc:sldMk cId="3753387913" sldId="293"/>
            <ac:spMk id="18" creationId="{294DDF7A-1455-E743-F58F-0A1C7495791C}"/>
          </ac:spMkLst>
        </pc:spChg>
        <pc:spChg chg="add mod">
          <ac:chgData name="Anurag Jayswal" userId="10af99b70cebdd09" providerId="LiveId" clId="{55CFE58E-A135-4A88-93DB-F7DE9C1A3F89}" dt="2026-09-11T10:51:30.302" v="1325" actId="255"/>
          <ac:spMkLst>
            <pc:docMk/>
            <pc:sldMk cId="3753387913" sldId="293"/>
            <ac:spMk id="20" creationId="{D6457544-3171-323B-D7B8-D8CD65AFBC8F}"/>
          </ac:spMkLst>
        </pc:spChg>
        <pc:spChg chg="add mod">
          <ac:chgData name="Anurag Jayswal" userId="10af99b70cebdd09" providerId="LiveId" clId="{55CFE58E-A135-4A88-93DB-F7DE9C1A3F89}" dt="2026-09-11T10:51:30.302" v="1325" actId="255"/>
          <ac:spMkLst>
            <pc:docMk/>
            <pc:sldMk cId="3753387913" sldId="293"/>
            <ac:spMk id="22" creationId="{66A6B160-A796-84E9-1C14-799215C1CD5D}"/>
          </ac:spMkLst>
        </pc:spChg>
        <pc:spChg chg="mod">
          <ac:chgData name="Anurag Jayswal" userId="10af99b70cebdd09" providerId="LiveId" clId="{55CFE58E-A135-4A88-93DB-F7DE9C1A3F89}" dt="2026-09-11T10:53:01.782" v="1329" actId="20577"/>
          <ac:spMkLst>
            <pc:docMk/>
            <pc:sldMk cId="3753387913" sldId="293"/>
            <ac:spMk id="24" creationId="{05E5CA8C-350F-857F-E90E-2D7C4B01CF0B}"/>
          </ac:spMkLst>
        </pc:spChg>
        <pc:spChg chg="add mod">
          <ac:chgData name="Anurag Jayswal" userId="10af99b70cebdd09" providerId="LiveId" clId="{55CFE58E-A135-4A88-93DB-F7DE9C1A3F89}" dt="2026-09-11T10:51:30.302" v="1325" actId="255"/>
          <ac:spMkLst>
            <pc:docMk/>
            <pc:sldMk cId="3753387913" sldId="293"/>
            <ac:spMk id="26" creationId="{B19909E2-0AE5-BC8A-0B3C-F686A6FB271D}"/>
          </ac:spMkLst>
        </pc:spChg>
        <pc:spChg chg="add mod">
          <ac:chgData name="Anurag Jayswal" userId="10af99b70cebdd09" providerId="LiveId" clId="{55CFE58E-A135-4A88-93DB-F7DE9C1A3F89}" dt="2026-09-11T10:51:30.302" v="1325" actId="255"/>
          <ac:spMkLst>
            <pc:docMk/>
            <pc:sldMk cId="3753387913" sldId="293"/>
            <ac:spMk id="28" creationId="{0F119FED-7A71-D20E-04D2-C6553B8A1321}"/>
          </ac:spMkLst>
        </pc:spChg>
        <pc:spChg chg="add mod">
          <ac:chgData name="Anurag Jayswal" userId="10af99b70cebdd09" providerId="LiveId" clId="{55CFE58E-A135-4A88-93DB-F7DE9C1A3F89}" dt="2026-09-11T10:53:48.719" v="1337" actId="20577"/>
          <ac:spMkLst>
            <pc:docMk/>
            <pc:sldMk cId="3753387913" sldId="293"/>
            <ac:spMk id="32" creationId="{90C5F74F-48A1-39AD-27DD-AE33FFFAEAE2}"/>
          </ac:spMkLst>
        </pc:spChg>
        <pc:spChg chg="add mod">
          <ac:chgData name="Anurag Jayswal" userId="10af99b70cebdd09" providerId="LiveId" clId="{55CFE58E-A135-4A88-93DB-F7DE9C1A3F89}" dt="2026-09-11T10:55:25.576" v="1367" actId="255"/>
          <ac:spMkLst>
            <pc:docMk/>
            <pc:sldMk cId="3753387913" sldId="293"/>
            <ac:spMk id="33" creationId="{4FA6B400-A161-FF39-B241-A5FBC655C850}"/>
          </ac:spMkLst>
        </pc:spChg>
        <pc:spChg chg="add mod">
          <ac:chgData name="Anurag Jayswal" userId="10af99b70cebdd09" providerId="LiveId" clId="{55CFE58E-A135-4A88-93DB-F7DE9C1A3F89}" dt="2026-09-11T11:06:42.128" v="1446" actId="14100"/>
          <ac:spMkLst>
            <pc:docMk/>
            <pc:sldMk cId="3753387913" sldId="293"/>
            <ac:spMk id="35" creationId="{5D75A81E-507E-BD2D-FF9C-FF45FCA0834E}"/>
          </ac:spMkLst>
        </pc:spChg>
        <pc:spChg chg="mod">
          <ac:chgData name="Anurag Jayswal" userId="10af99b70cebdd09" providerId="LiveId" clId="{55CFE58E-A135-4A88-93DB-F7DE9C1A3F89}" dt="2026-09-11T11:06:42.128" v="1446" actId="14100"/>
          <ac:spMkLst>
            <pc:docMk/>
            <pc:sldMk cId="3753387913" sldId="293"/>
            <ac:spMk id="37" creationId="{EF7275C8-F2EF-C486-BE2C-D4DD7A915929}"/>
          </ac:spMkLst>
        </pc:spChg>
        <pc:spChg chg="mod">
          <ac:chgData name="Anurag Jayswal" userId="10af99b70cebdd09" providerId="LiveId" clId="{55CFE58E-A135-4A88-93DB-F7DE9C1A3F89}" dt="2026-09-11T11:06:42.128" v="1446" actId="14100"/>
          <ac:spMkLst>
            <pc:docMk/>
            <pc:sldMk cId="3753387913" sldId="293"/>
            <ac:spMk id="38" creationId="{C709618C-9D81-9428-EA5C-2BA9FB0D2656}"/>
          </ac:spMkLst>
        </pc:spChg>
        <pc:spChg chg="add mod">
          <ac:chgData name="Anurag Jayswal" userId="10af99b70cebdd09" providerId="LiveId" clId="{55CFE58E-A135-4A88-93DB-F7DE9C1A3F89}" dt="2026-09-11T11:06:37.491" v="1445" actId="14100"/>
          <ac:spMkLst>
            <pc:docMk/>
            <pc:sldMk cId="3753387913" sldId="293"/>
            <ac:spMk id="39" creationId="{3B1286CD-FE17-832C-9351-FB83BF903C5C}"/>
          </ac:spMkLst>
        </pc:spChg>
        <pc:spChg chg="add mod">
          <ac:chgData name="Anurag Jayswal" userId="10af99b70cebdd09" providerId="LiveId" clId="{55CFE58E-A135-4A88-93DB-F7DE9C1A3F89}" dt="2026-09-11T11:06:37.491" v="1445" actId="14100"/>
          <ac:spMkLst>
            <pc:docMk/>
            <pc:sldMk cId="3753387913" sldId="293"/>
            <ac:spMk id="40" creationId="{A8A2B527-3720-6EEC-30DF-7A36DB4EBEF3}"/>
          </ac:spMkLst>
        </pc:spChg>
        <pc:spChg chg="mod">
          <ac:chgData name="Anurag Jayswal" userId="10af99b70cebdd09" providerId="LiveId" clId="{55CFE58E-A135-4A88-93DB-F7DE9C1A3F89}" dt="2026-09-11T11:06:42.128" v="1446" actId="14100"/>
          <ac:spMkLst>
            <pc:docMk/>
            <pc:sldMk cId="3753387913" sldId="293"/>
            <ac:spMk id="42" creationId="{65897B94-1558-15A3-2433-670BE3036DA0}"/>
          </ac:spMkLst>
        </pc:spChg>
        <pc:spChg chg="add mod">
          <ac:chgData name="Anurag Jayswal" userId="10af99b70cebdd09" providerId="LiveId" clId="{55CFE58E-A135-4A88-93DB-F7DE9C1A3F89}" dt="2026-09-11T11:06:37.491" v="1445" actId="14100"/>
          <ac:spMkLst>
            <pc:docMk/>
            <pc:sldMk cId="3753387913" sldId="293"/>
            <ac:spMk id="43" creationId="{7B2BBF8C-11B9-D429-FE22-BF7365628891}"/>
          </ac:spMkLst>
        </pc:spChg>
        <pc:spChg chg="add mod">
          <ac:chgData name="Anurag Jayswal" userId="10af99b70cebdd09" providerId="LiveId" clId="{55CFE58E-A135-4A88-93DB-F7DE9C1A3F89}" dt="2026-09-11T11:06:37.491" v="1445" actId="14100"/>
          <ac:spMkLst>
            <pc:docMk/>
            <pc:sldMk cId="3753387913" sldId="293"/>
            <ac:spMk id="45" creationId="{4CC84D71-245E-1A02-1292-8339B22CCDE3}"/>
          </ac:spMkLst>
        </pc:spChg>
        <pc:spChg chg="mod">
          <ac:chgData name="Anurag Jayswal" userId="10af99b70cebdd09" providerId="LiveId" clId="{55CFE58E-A135-4A88-93DB-F7DE9C1A3F89}" dt="2026-09-11T11:06:42.128" v="1446" actId="14100"/>
          <ac:spMkLst>
            <pc:docMk/>
            <pc:sldMk cId="3753387913" sldId="293"/>
            <ac:spMk id="47" creationId="{21FE1BCB-21B0-32A0-5522-DD3767CB1D2F}"/>
          </ac:spMkLst>
        </pc:spChg>
        <pc:spChg chg="mod">
          <ac:chgData name="Anurag Jayswal" userId="10af99b70cebdd09" providerId="LiveId" clId="{55CFE58E-A135-4A88-93DB-F7DE9C1A3F89}" dt="2026-09-11T11:06:42.128" v="1446" actId="14100"/>
          <ac:spMkLst>
            <pc:docMk/>
            <pc:sldMk cId="3753387913" sldId="293"/>
            <ac:spMk id="48" creationId="{5C8AF765-FD20-D216-AACE-0FFD79F64D99}"/>
          </ac:spMkLst>
        </pc:spChg>
        <pc:spChg chg="add mod">
          <ac:chgData name="Anurag Jayswal" userId="10af99b70cebdd09" providerId="LiveId" clId="{55CFE58E-A135-4A88-93DB-F7DE9C1A3F89}" dt="2026-09-11T11:06:42.128" v="1446" actId="14100"/>
          <ac:spMkLst>
            <pc:docMk/>
            <pc:sldMk cId="3753387913" sldId="293"/>
            <ac:spMk id="54" creationId="{BF258F6A-8A07-A334-31CE-D9C3C7FE3B35}"/>
          </ac:spMkLst>
        </pc:spChg>
        <pc:spChg chg="add mod">
          <ac:chgData name="Anurag Jayswal" userId="10af99b70cebdd09" providerId="LiveId" clId="{55CFE58E-A135-4A88-93DB-F7DE9C1A3F89}" dt="2026-09-11T11:06:42.128" v="1446" actId="14100"/>
          <ac:spMkLst>
            <pc:docMk/>
            <pc:sldMk cId="3753387913" sldId="293"/>
            <ac:spMk id="57" creationId="{063977C9-437F-1CF7-4227-33275ADB9C01}"/>
          </ac:spMkLst>
        </pc:spChg>
        <pc:spChg chg="mod">
          <ac:chgData name="Anurag Jayswal" userId="10af99b70cebdd09" providerId="LiveId" clId="{55CFE58E-A135-4A88-93DB-F7DE9C1A3F89}" dt="2026-09-11T11:06:37.491" v="1445" actId="14100"/>
          <ac:spMkLst>
            <pc:docMk/>
            <pc:sldMk cId="3753387913" sldId="293"/>
            <ac:spMk id="59" creationId="{729602A3-F999-6BCC-9FB6-0CB558D6FCF3}"/>
          </ac:spMkLst>
        </pc:spChg>
        <pc:spChg chg="add mod">
          <ac:chgData name="Anurag Jayswal" userId="10af99b70cebdd09" providerId="LiveId" clId="{55CFE58E-A135-4A88-93DB-F7DE9C1A3F89}" dt="2026-09-11T11:06:37.491" v="1445" actId="14100"/>
          <ac:spMkLst>
            <pc:docMk/>
            <pc:sldMk cId="3753387913" sldId="293"/>
            <ac:spMk id="60" creationId="{427B590B-C8BE-2B27-2C6E-553602215B6C}"/>
          </ac:spMkLst>
        </pc:spChg>
        <pc:spChg chg="add mod">
          <ac:chgData name="Anurag Jayswal" userId="10af99b70cebdd09" providerId="LiveId" clId="{55CFE58E-A135-4A88-93DB-F7DE9C1A3F89}" dt="2026-09-11T11:06:42.128" v="1446" actId="14100"/>
          <ac:spMkLst>
            <pc:docMk/>
            <pc:sldMk cId="3753387913" sldId="293"/>
            <ac:spMk id="62" creationId="{C7C1079C-9EC6-8FA0-9BE6-5E74A2B0ACA6}"/>
          </ac:spMkLst>
        </pc:spChg>
        <pc:spChg chg="mod">
          <ac:chgData name="Anurag Jayswal" userId="10af99b70cebdd09" providerId="LiveId" clId="{55CFE58E-A135-4A88-93DB-F7DE9C1A3F89}" dt="2026-09-11T11:06:42.128" v="1446" actId="14100"/>
          <ac:spMkLst>
            <pc:docMk/>
            <pc:sldMk cId="3753387913" sldId="293"/>
            <ac:spMk id="63" creationId="{3CF845F7-B4F6-144C-2FDA-53F37927EED5}"/>
          </ac:spMkLst>
        </pc:spChg>
        <pc:spChg chg="del mod">
          <ac:chgData name="Anurag Jayswal" userId="10af99b70cebdd09" providerId="LiveId" clId="{55CFE58E-A135-4A88-93DB-F7DE9C1A3F89}" dt="2026-09-11T10:50:51.407" v="1304"/>
          <ac:spMkLst>
            <pc:docMk/>
            <pc:sldMk cId="3753387913" sldId="293"/>
            <ac:spMk id="17410" creationId="{00000000-0000-0000-0000-000000000000}"/>
          </ac:spMkLst>
        </pc:spChg>
      </pc:sldChg>
      <pc:sldChg chg="addSp delSp modSp mod">
        <pc:chgData name="Anurag Jayswal" userId="10af99b70cebdd09" providerId="LiveId" clId="{55CFE58E-A135-4A88-93DB-F7DE9C1A3F89}" dt="2026-09-11T11:10:24.571" v="1521" actId="21"/>
        <pc:sldMkLst>
          <pc:docMk/>
          <pc:sldMk cId="2997144140" sldId="294"/>
        </pc:sldMkLst>
        <pc:spChg chg="add del">
          <ac:chgData name="Anurag Jayswal" userId="10af99b70cebdd09" providerId="LiveId" clId="{55CFE58E-A135-4A88-93DB-F7DE9C1A3F89}" dt="2026-09-11T10:56:16.020" v="1376" actId="478"/>
          <ac:spMkLst>
            <pc:docMk/>
            <pc:sldMk cId="2997144140" sldId="294"/>
            <ac:spMk id="3" creationId="{BF0DE6A9-E70D-2FE9-B69E-CB25ECC04294}"/>
          </ac:spMkLst>
        </pc:spChg>
        <pc:spChg chg="add mod">
          <ac:chgData name="Anurag Jayswal" userId="10af99b70cebdd09" providerId="LiveId" clId="{55CFE58E-A135-4A88-93DB-F7DE9C1A3F89}" dt="2026-09-11T11:01:39.225" v="1410" actId="1037"/>
          <ac:spMkLst>
            <pc:docMk/>
            <pc:sldMk cId="2997144140" sldId="294"/>
            <ac:spMk id="4" creationId="{F59379A6-2282-47D7-01EC-08E7D5AF6C08}"/>
          </ac:spMkLst>
        </pc:spChg>
        <pc:spChg chg="add del mod">
          <ac:chgData name="Anurag Jayswal" userId="10af99b70cebdd09" providerId="LiveId" clId="{55CFE58E-A135-4A88-93DB-F7DE9C1A3F89}" dt="2026-09-11T10:56:20.909" v="1377" actId="478"/>
          <ac:spMkLst>
            <pc:docMk/>
            <pc:sldMk cId="2997144140" sldId="294"/>
            <ac:spMk id="5" creationId="{69E5E1B8-7F5F-39DE-B99F-3B20978000E5}"/>
          </ac:spMkLst>
        </pc:spChg>
        <pc:spChg chg="add del">
          <ac:chgData name="Anurag Jayswal" userId="10af99b70cebdd09" providerId="LiveId" clId="{55CFE58E-A135-4A88-93DB-F7DE9C1A3F89}" dt="2026-09-11T10:56:16.020" v="1376" actId="478"/>
          <ac:spMkLst>
            <pc:docMk/>
            <pc:sldMk cId="2997144140" sldId="294"/>
            <ac:spMk id="9" creationId="{9C87C267-FD12-A684-C1B7-2C7BFA0C5920}"/>
          </ac:spMkLst>
        </pc:spChg>
        <pc:spChg chg="mod">
          <ac:chgData name="Anurag Jayswal" userId="10af99b70cebdd09" providerId="LiveId" clId="{55CFE58E-A135-4A88-93DB-F7DE9C1A3F89}" dt="2026-09-11T10:56:38.218" v="1387" actId="14100"/>
          <ac:spMkLst>
            <pc:docMk/>
            <pc:sldMk cId="2997144140" sldId="294"/>
            <ac:spMk id="12" creationId="{5DBCE864-823D-4A13-9607-5DA1F0ED5FB8}"/>
          </ac:spMkLst>
        </pc:spChg>
        <pc:spChg chg="mod">
          <ac:chgData name="Anurag Jayswal" userId="10af99b70cebdd09" providerId="LiveId" clId="{55CFE58E-A135-4A88-93DB-F7DE9C1A3F89}" dt="2026-09-11T11:06:07.297" v="1444" actId="255"/>
          <ac:spMkLst>
            <pc:docMk/>
            <pc:sldMk cId="2997144140" sldId="294"/>
            <ac:spMk id="13" creationId="{45520DF8-C5E7-3E85-CE98-8AFC01DFD7F4}"/>
          </ac:spMkLst>
        </pc:spChg>
        <pc:spChg chg="add del">
          <ac:chgData name="Anurag Jayswal" userId="10af99b70cebdd09" providerId="LiveId" clId="{55CFE58E-A135-4A88-93DB-F7DE9C1A3F89}" dt="2026-09-11T10:56:16.020" v="1376" actId="478"/>
          <ac:spMkLst>
            <pc:docMk/>
            <pc:sldMk cId="2997144140" sldId="294"/>
            <ac:spMk id="14" creationId="{0F7ADD2B-A155-CEBF-0884-54B7C7C61C4C}"/>
          </ac:spMkLst>
        </pc:spChg>
        <pc:spChg chg="mod">
          <ac:chgData name="Anurag Jayswal" userId="10af99b70cebdd09" providerId="LiveId" clId="{55CFE58E-A135-4A88-93DB-F7DE9C1A3F89}" dt="2026-09-11T11:06:07.297" v="1444" actId="255"/>
          <ac:spMkLst>
            <pc:docMk/>
            <pc:sldMk cId="2997144140" sldId="294"/>
            <ac:spMk id="16" creationId="{58BC1D7C-DB5A-D9CE-A647-44E59711DE7A}"/>
          </ac:spMkLst>
        </pc:spChg>
        <pc:spChg chg="mod">
          <ac:chgData name="Anurag Jayswal" userId="10af99b70cebdd09" providerId="LiveId" clId="{55CFE58E-A135-4A88-93DB-F7DE9C1A3F89}" dt="2026-09-11T11:06:07.297" v="1444" actId="255"/>
          <ac:spMkLst>
            <pc:docMk/>
            <pc:sldMk cId="2997144140" sldId="294"/>
            <ac:spMk id="18" creationId="{600CE590-083E-DC72-CDE0-4F5D43250349}"/>
          </ac:spMkLst>
        </pc:spChg>
        <pc:spChg chg="mod">
          <ac:chgData name="Anurag Jayswal" userId="10af99b70cebdd09" providerId="LiveId" clId="{55CFE58E-A135-4A88-93DB-F7DE9C1A3F89}" dt="2026-09-11T11:06:07.297" v="1444" actId="255"/>
          <ac:spMkLst>
            <pc:docMk/>
            <pc:sldMk cId="2997144140" sldId="294"/>
            <ac:spMk id="20" creationId="{A344A82A-624C-2359-172B-0129A2916D4B}"/>
          </ac:spMkLst>
        </pc:spChg>
        <pc:spChg chg="mod">
          <ac:chgData name="Anurag Jayswal" userId="10af99b70cebdd09" providerId="LiveId" clId="{55CFE58E-A135-4A88-93DB-F7DE9C1A3F89}" dt="2026-09-11T11:06:07.297" v="1444" actId="255"/>
          <ac:spMkLst>
            <pc:docMk/>
            <pc:sldMk cId="2997144140" sldId="294"/>
            <ac:spMk id="22" creationId="{31BEC063-C3DE-89A6-7880-96F4B92C913F}"/>
          </ac:spMkLst>
        </pc:spChg>
        <pc:spChg chg="add mod">
          <ac:chgData name="Anurag Jayswal" userId="10af99b70cebdd09" providerId="LiveId" clId="{55CFE58E-A135-4A88-93DB-F7DE9C1A3F89}" dt="2026-09-11T11:06:07.297" v="1444" actId="255"/>
          <ac:spMkLst>
            <pc:docMk/>
            <pc:sldMk cId="2997144140" sldId="294"/>
            <ac:spMk id="24" creationId="{3B49E568-7A0D-7231-9017-3CD95E07F6BE}"/>
          </ac:spMkLst>
        </pc:spChg>
        <pc:spChg chg="mod">
          <ac:chgData name="Anurag Jayswal" userId="10af99b70cebdd09" providerId="LiveId" clId="{55CFE58E-A135-4A88-93DB-F7DE9C1A3F89}" dt="2026-09-11T11:06:07.297" v="1444" actId="255"/>
          <ac:spMkLst>
            <pc:docMk/>
            <pc:sldMk cId="2997144140" sldId="294"/>
            <ac:spMk id="28" creationId="{DE9DDCE1-FAC8-8AEB-D7EC-5B61AAB3AE5B}"/>
          </ac:spMkLst>
        </pc:spChg>
        <pc:spChg chg="add mod">
          <ac:chgData name="Anurag Jayswal" userId="10af99b70cebdd09" providerId="LiveId" clId="{55CFE58E-A135-4A88-93DB-F7DE9C1A3F89}" dt="2026-09-11T11:06:07.297" v="1444" actId="255"/>
          <ac:spMkLst>
            <pc:docMk/>
            <pc:sldMk cId="2997144140" sldId="294"/>
            <ac:spMk id="30" creationId="{2EF4713A-95D9-B912-7886-7C2B0627A926}"/>
          </ac:spMkLst>
        </pc:spChg>
        <pc:spChg chg="add mod">
          <ac:chgData name="Anurag Jayswal" userId="10af99b70cebdd09" providerId="LiveId" clId="{55CFE58E-A135-4A88-93DB-F7DE9C1A3F89}" dt="2026-09-11T11:06:07.297" v="1444" actId="255"/>
          <ac:spMkLst>
            <pc:docMk/>
            <pc:sldMk cId="2997144140" sldId="294"/>
            <ac:spMk id="32" creationId="{695F3BA5-8E7F-A1B9-F458-E55A84F1C824}"/>
          </ac:spMkLst>
        </pc:spChg>
        <pc:spChg chg="mod">
          <ac:chgData name="Anurag Jayswal" userId="10af99b70cebdd09" providerId="LiveId" clId="{55CFE58E-A135-4A88-93DB-F7DE9C1A3F89}" dt="2026-09-11T11:06:07.297" v="1444" actId="255"/>
          <ac:spMkLst>
            <pc:docMk/>
            <pc:sldMk cId="2997144140" sldId="294"/>
            <ac:spMk id="34" creationId="{65C0BEBB-E002-9857-26B1-B14715A21291}"/>
          </ac:spMkLst>
        </pc:spChg>
        <pc:spChg chg="add mod">
          <ac:chgData name="Anurag Jayswal" userId="10af99b70cebdd09" providerId="LiveId" clId="{55CFE58E-A135-4A88-93DB-F7DE9C1A3F89}" dt="2026-09-11T11:01:39.225" v="1410" actId="1037"/>
          <ac:spMkLst>
            <pc:docMk/>
            <pc:sldMk cId="2997144140" sldId="294"/>
            <ac:spMk id="36" creationId="{DBEA0EBD-E604-73BF-8361-516DCA73ED08}"/>
          </ac:spMkLst>
        </pc:spChg>
        <pc:spChg chg="mod">
          <ac:chgData name="Anurag Jayswal" userId="10af99b70cebdd09" providerId="LiveId" clId="{55CFE58E-A135-4A88-93DB-F7DE9C1A3F89}" dt="2026-09-11T11:05:53.199" v="1443" actId="255"/>
          <ac:spMkLst>
            <pc:docMk/>
            <pc:sldMk cId="2997144140" sldId="294"/>
            <ac:spMk id="38" creationId="{EB43D038-DF4D-9935-FD09-C6D63844F908}"/>
          </ac:spMkLst>
        </pc:spChg>
        <pc:spChg chg="add mod">
          <ac:chgData name="Anurag Jayswal" userId="10af99b70cebdd09" providerId="LiveId" clId="{55CFE58E-A135-4A88-93DB-F7DE9C1A3F89}" dt="2026-09-11T11:01:39.225" v="1410" actId="1037"/>
          <ac:spMkLst>
            <pc:docMk/>
            <pc:sldMk cId="2997144140" sldId="294"/>
            <ac:spMk id="40" creationId="{5AC5697B-DF7B-AA14-D0ED-ED17BA15350D}"/>
          </ac:spMkLst>
        </pc:spChg>
        <pc:spChg chg="mod">
          <ac:chgData name="Anurag Jayswal" userId="10af99b70cebdd09" providerId="LiveId" clId="{55CFE58E-A135-4A88-93DB-F7DE9C1A3F89}" dt="2026-09-11T11:02:29.802" v="1424" actId="120"/>
          <ac:spMkLst>
            <pc:docMk/>
            <pc:sldMk cId="2997144140" sldId="294"/>
            <ac:spMk id="46" creationId="{3176D6A2-AD5F-E597-A138-3B4248BC3957}"/>
          </ac:spMkLst>
        </pc:spChg>
        <pc:spChg chg="mod">
          <ac:chgData name="Anurag Jayswal" userId="10af99b70cebdd09" providerId="LiveId" clId="{55CFE58E-A135-4A88-93DB-F7DE9C1A3F89}" dt="2026-09-11T11:05:28.873" v="1441" actId="255"/>
          <ac:spMkLst>
            <pc:docMk/>
            <pc:sldMk cId="2997144140" sldId="294"/>
            <ac:spMk id="48" creationId="{15E64E5D-0133-B8B6-A9AB-509850E157D6}"/>
          </ac:spMkLst>
        </pc:spChg>
        <pc:spChg chg="add mod">
          <ac:chgData name="Anurag Jayswal" userId="10af99b70cebdd09" providerId="LiveId" clId="{55CFE58E-A135-4A88-93DB-F7DE9C1A3F89}" dt="2026-09-11T11:05:28.873" v="1441" actId="255"/>
          <ac:spMkLst>
            <pc:docMk/>
            <pc:sldMk cId="2997144140" sldId="294"/>
            <ac:spMk id="50" creationId="{097ACBEA-C351-A3B7-A39E-213245ACDF9A}"/>
          </ac:spMkLst>
        </pc:spChg>
        <pc:spChg chg="mod">
          <ac:chgData name="Anurag Jayswal" userId="10af99b70cebdd09" providerId="LiveId" clId="{55CFE58E-A135-4A88-93DB-F7DE9C1A3F89}" dt="2026-09-11T11:05:36.181" v="1442" actId="207"/>
          <ac:spMkLst>
            <pc:docMk/>
            <pc:sldMk cId="2997144140" sldId="294"/>
            <ac:spMk id="54" creationId="{22326042-BEE8-F29C-0B41-D594AA0BE4CB}"/>
          </ac:spMkLst>
        </pc:spChg>
        <pc:spChg chg="mod">
          <ac:chgData name="Anurag Jayswal" userId="10af99b70cebdd09" providerId="LiveId" clId="{55CFE58E-A135-4A88-93DB-F7DE9C1A3F89}" dt="2026-09-11T11:05:28.873" v="1441" actId="255"/>
          <ac:spMkLst>
            <pc:docMk/>
            <pc:sldMk cId="2997144140" sldId="294"/>
            <ac:spMk id="56" creationId="{282E593B-F9A4-D6B9-F343-BC884CEDC094}"/>
          </ac:spMkLst>
        </pc:spChg>
        <pc:spChg chg="mod">
          <ac:chgData name="Anurag Jayswal" userId="10af99b70cebdd09" providerId="LiveId" clId="{55CFE58E-A135-4A88-93DB-F7DE9C1A3F89}" dt="2026-09-11T11:05:28.873" v="1441" actId="255"/>
          <ac:spMkLst>
            <pc:docMk/>
            <pc:sldMk cId="2997144140" sldId="294"/>
            <ac:spMk id="58" creationId="{0A16797C-81E8-0AE6-DE36-8649FCFF2721}"/>
          </ac:spMkLst>
        </pc:spChg>
        <pc:spChg chg="mod">
          <ac:chgData name="Anurag Jayswal" userId="10af99b70cebdd09" providerId="LiveId" clId="{55CFE58E-A135-4A88-93DB-F7DE9C1A3F89}" dt="2026-09-11T11:05:16.027" v="1440"/>
          <ac:spMkLst>
            <pc:docMk/>
            <pc:sldMk cId="2997144140" sldId="294"/>
            <ac:spMk id="60" creationId="{79B947C2-E819-9D90-0934-C2009ED550AB}"/>
          </ac:spMkLst>
        </pc:spChg>
        <pc:spChg chg="add mod">
          <ac:chgData name="Anurag Jayswal" userId="10af99b70cebdd09" providerId="LiveId" clId="{55CFE58E-A135-4A88-93DB-F7DE9C1A3F89}" dt="2026-09-11T11:05:13.586" v="1439" actId="21"/>
          <ac:spMkLst>
            <pc:docMk/>
            <pc:sldMk cId="2997144140" sldId="294"/>
            <ac:spMk id="62" creationId="{A1A95F5D-F4E5-7813-CC25-74210E9AFAF3}"/>
          </ac:spMkLst>
        </pc:spChg>
        <pc:spChg chg="add mod">
          <ac:chgData name="Anurag Jayswal" userId="10af99b70cebdd09" providerId="LiveId" clId="{55CFE58E-A135-4A88-93DB-F7DE9C1A3F89}" dt="2026-09-11T11:05:28.873" v="1441" actId="255"/>
          <ac:spMkLst>
            <pc:docMk/>
            <pc:sldMk cId="2997144140" sldId="294"/>
            <ac:spMk id="17408" creationId="{58EDE5F0-9FC3-1884-E02B-14304C8214AB}"/>
          </ac:spMkLst>
        </pc:spChg>
        <pc:spChg chg="del">
          <ac:chgData name="Anurag Jayswal" userId="10af99b70cebdd09" providerId="LiveId" clId="{55CFE58E-A135-4A88-93DB-F7DE9C1A3F89}" dt="2026-09-11T10:56:27.208" v="1378" actId="478"/>
          <ac:spMkLst>
            <pc:docMk/>
            <pc:sldMk cId="2997144140" sldId="294"/>
            <ac:spMk id="17410" creationId="{00000000-0000-0000-0000-000000000000}"/>
          </ac:spMkLst>
        </pc:spChg>
        <pc:spChg chg="mod">
          <ac:chgData name="Anurag Jayswal" userId="10af99b70cebdd09" providerId="LiveId" clId="{55CFE58E-A135-4A88-93DB-F7DE9C1A3F89}" dt="2026-09-11T11:05:28.873" v="1441" actId="255"/>
          <ac:spMkLst>
            <pc:docMk/>
            <pc:sldMk cId="2997144140" sldId="294"/>
            <ac:spMk id="17412" creationId="{2D2E0F28-144A-DB89-8CE8-D7AF46FE6320}"/>
          </ac:spMkLst>
        </pc:spChg>
        <pc:spChg chg="add mod">
          <ac:chgData name="Anurag Jayswal" userId="10af99b70cebdd09" providerId="LiveId" clId="{55CFE58E-A135-4A88-93DB-F7DE9C1A3F89}" dt="2026-09-11T11:05:28.873" v="1441" actId="255"/>
          <ac:spMkLst>
            <pc:docMk/>
            <pc:sldMk cId="2997144140" sldId="294"/>
            <ac:spMk id="17414" creationId="{C2CF2A1D-0A1E-5032-FF54-ED4E3AA58F13}"/>
          </ac:spMkLst>
        </pc:spChg>
        <pc:spChg chg="mod">
          <ac:chgData name="Anurag Jayswal" userId="10af99b70cebdd09" providerId="LiveId" clId="{55CFE58E-A135-4A88-93DB-F7DE9C1A3F89}" dt="2026-09-11T11:05:28.873" v="1441" actId="255"/>
          <ac:spMkLst>
            <pc:docMk/>
            <pc:sldMk cId="2997144140" sldId="294"/>
            <ac:spMk id="17416" creationId="{4AB411EC-600E-D7CF-7E98-3C1260A44E61}"/>
          </ac:spMkLst>
        </pc:spChg>
        <pc:picChg chg="add del mod">
          <ac:chgData name="Anurag Jayswal" userId="10af99b70cebdd09" providerId="LiveId" clId="{55CFE58E-A135-4A88-93DB-F7DE9C1A3F89}" dt="2026-09-11T11:10:24.571" v="1521" actId="21"/>
          <ac:picMkLst>
            <pc:docMk/>
            <pc:sldMk cId="2997144140" sldId="294"/>
            <ac:picMk id="17418" creationId="{C5150F72-81D9-8CB9-1AC9-0E838C1C025C}"/>
          </ac:picMkLst>
        </pc:picChg>
      </pc:sldChg>
      <pc:sldChg chg="addSp delSp modSp mod">
        <pc:chgData name="Anurag Jayswal" userId="10af99b70cebdd09" providerId="LiveId" clId="{55CFE58E-A135-4A88-93DB-F7DE9C1A3F89}" dt="2026-09-11T11:10:56.272" v="1529" actId="1076"/>
        <pc:sldMkLst>
          <pc:docMk/>
          <pc:sldMk cId="3916788613" sldId="296"/>
        </pc:sldMkLst>
        <pc:spChg chg="add mod">
          <ac:chgData name="Anurag Jayswal" userId="10af99b70cebdd09" providerId="LiveId" clId="{55CFE58E-A135-4A88-93DB-F7DE9C1A3F89}" dt="2026-09-11T11:09:34.394" v="1517" actId="20577"/>
          <ac:spMkLst>
            <pc:docMk/>
            <pc:sldMk cId="3916788613" sldId="296"/>
            <ac:spMk id="3" creationId="{48F96B55-EBC4-D57A-6216-704E486D9434}"/>
          </ac:spMkLst>
        </pc:spChg>
        <pc:spChg chg="mod">
          <ac:chgData name="Anurag Jayswal" userId="10af99b70cebdd09" providerId="LiveId" clId="{55CFE58E-A135-4A88-93DB-F7DE9C1A3F89}" dt="2026-09-11T11:07:22.539" v="1459" actId="14100"/>
          <ac:spMkLst>
            <pc:docMk/>
            <pc:sldMk cId="3916788613" sldId="296"/>
            <ac:spMk id="9" creationId="{5DBCE864-823D-4A13-9607-5DA1F0ED5FB8}"/>
          </ac:spMkLst>
        </pc:spChg>
        <pc:spChg chg="del mod">
          <ac:chgData name="Anurag Jayswal" userId="10af99b70cebdd09" providerId="LiveId" clId="{55CFE58E-A135-4A88-93DB-F7DE9C1A3F89}" dt="2026-09-11T11:07:09.786" v="1451"/>
          <ac:spMkLst>
            <pc:docMk/>
            <pc:sldMk cId="3916788613" sldId="296"/>
            <ac:spMk id="17410" creationId="{00000000-0000-0000-0000-000000000000}"/>
          </ac:spMkLst>
        </pc:spChg>
        <pc:picChg chg="add mod">
          <ac:chgData name="Anurag Jayswal" userId="10af99b70cebdd09" providerId="LiveId" clId="{55CFE58E-A135-4A88-93DB-F7DE9C1A3F89}" dt="2026-09-11T11:10:56.272" v="1529" actId="1076"/>
          <ac:picMkLst>
            <pc:docMk/>
            <pc:sldMk cId="3916788613" sldId="296"/>
            <ac:picMk id="5" creationId="{0A665A56-1E06-C7DF-3CC7-4300021BE462}"/>
          </ac:picMkLst>
        </pc:picChg>
      </pc:sldChg>
      <pc:sldChg chg="del">
        <pc:chgData name="Anurag Jayswal" userId="10af99b70cebdd09" providerId="LiveId" clId="{55CFE58E-A135-4A88-93DB-F7DE9C1A3F89}" dt="2026-09-11T11:11:12.853" v="1530" actId="2696"/>
        <pc:sldMkLst>
          <pc:docMk/>
          <pc:sldMk cId="1588084416" sldId="29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www.fbi.gov/news/press-releases/-fraud-report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fbi.gov/" TargetMode="External"/><Relationship Id="rId5" Type="http://schemas.openxmlformats.org/officeDocument/2006/relationships/hyperlink" Target="https://www.chainalysis.com/" TargetMode="External"/><Relationship Id="rId10" Type="http://schemas.openxmlformats.org/officeDocument/2006/relationships/image" Target="../media/image14.png"/><Relationship Id="rId4" Type="http://schemas.openxmlformats.org/officeDocument/2006/relationships/hyperlink" Target="https://ethereum.org/whitepapeR" TargetMode="External"/><Relationship Id="rId9" Type="http://schemas.openxmlformats.org/officeDocument/2006/relationships/hyperlink" Target="https://arthbit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1450" y="1967966"/>
            <a:ext cx="6405127" cy="41613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SIH26183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- </a:t>
            </a:r>
            <a:r>
              <a:rPr lang="en-IN" dirty="0"/>
              <a:t>Real-Time Identification of Fraud-Linked Cryptocurrency Exchanges from Victim-Reported Suspect Wallet Addresses through Automated Blockchain Analytics.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dirty="0"/>
              <a:t>Blockchain &amp; Cybersecurity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Name -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CYPHERX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0" y="864343"/>
            <a:ext cx="12192001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24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400" b="1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82998" y="225153"/>
            <a:ext cx="1617014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CYPHERX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974FA38-E036-9331-2E13-AD4B370ECAAB}"/>
              </a:ext>
            </a:extLst>
          </p:cNvPr>
          <p:cNvSpPr txBox="1"/>
          <p:nvPr/>
        </p:nvSpPr>
        <p:spPr>
          <a:xfrm>
            <a:off x="758884" y="1629309"/>
            <a:ext cx="9021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 err="1"/>
              <a:t>CryptoTrace</a:t>
            </a:r>
            <a:r>
              <a:rPr lang="en-IN" sz="1600" dirty="0"/>
              <a:t> is a blockchain analytics tool that traces stolen cryptocurrency from a reported wallet or transaction hash through its subsequent on-chain movements. It builds a transaction graph, tracks split fund flows, identifies known exchange/VASP endpoints, and generates an auditable investigation report.</a:t>
            </a:r>
          </a:p>
        </p:txBody>
      </p:sp>
      <p:pic>
        <p:nvPicPr>
          <p:cNvPr id="15495" name="Graphic 15494" descr="User with solid fill">
            <a:extLst>
              <a:ext uri="{FF2B5EF4-FFF2-40B4-BE49-F238E27FC236}">
                <a16:creationId xmlns:a16="http://schemas.microsoft.com/office/drawing/2014/main" id="{09ED916C-A683-B817-DE4E-FA8FE8F227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82535" y="1404116"/>
            <a:ext cx="511354" cy="511354"/>
          </a:xfrm>
          <a:prstGeom prst="rect">
            <a:avLst/>
          </a:prstGeom>
        </p:spPr>
      </p:pic>
      <p:sp>
        <p:nvSpPr>
          <p:cNvPr id="15497" name="Arrow: Right 15496">
            <a:extLst>
              <a:ext uri="{FF2B5EF4-FFF2-40B4-BE49-F238E27FC236}">
                <a16:creationId xmlns:a16="http://schemas.microsoft.com/office/drawing/2014/main" id="{C95A3041-F396-DA5A-E59F-1068C07C20A3}"/>
              </a:ext>
            </a:extLst>
          </p:cNvPr>
          <p:cNvSpPr/>
          <p:nvPr/>
        </p:nvSpPr>
        <p:spPr>
          <a:xfrm rot="5400000">
            <a:off x="10943089" y="2262185"/>
            <a:ext cx="243820" cy="181597"/>
          </a:xfrm>
          <a:prstGeom prst="rightArrow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aseline="-25000"/>
          </a:p>
        </p:txBody>
      </p:sp>
      <p:pic>
        <p:nvPicPr>
          <p:cNvPr id="15501" name="Graphic 15500" descr="Upward trend with solid fill">
            <a:extLst>
              <a:ext uri="{FF2B5EF4-FFF2-40B4-BE49-F238E27FC236}">
                <a16:creationId xmlns:a16="http://schemas.microsoft.com/office/drawing/2014/main" id="{27BCC8D1-1C62-7D29-6723-600141A8C5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61725" y="3497654"/>
            <a:ext cx="278540" cy="278540"/>
          </a:xfrm>
          <a:prstGeom prst="rect">
            <a:avLst/>
          </a:prstGeom>
        </p:spPr>
      </p:pic>
      <p:pic>
        <p:nvPicPr>
          <p:cNvPr id="15503" name="Graphic 15502" descr="Magnifying glass with solid fill">
            <a:extLst>
              <a:ext uri="{FF2B5EF4-FFF2-40B4-BE49-F238E27FC236}">
                <a16:creationId xmlns:a16="http://schemas.microsoft.com/office/drawing/2014/main" id="{A97472CA-984F-1727-E567-AE3D232638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05008" y="3401571"/>
            <a:ext cx="485847" cy="485847"/>
          </a:xfrm>
          <a:prstGeom prst="rect">
            <a:avLst/>
          </a:prstGeom>
        </p:spPr>
      </p:pic>
      <p:pic>
        <p:nvPicPr>
          <p:cNvPr id="15505" name="Graphic 15504" descr="Social network with solid fill">
            <a:extLst>
              <a:ext uri="{FF2B5EF4-FFF2-40B4-BE49-F238E27FC236}">
                <a16:creationId xmlns:a16="http://schemas.microsoft.com/office/drawing/2014/main" id="{6AB3AF42-2598-BF8E-5B91-2AAD467350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820243" y="2439813"/>
            <a:ext cx="573733" cy="573733"/>
          </a:xfrm>
          <a:prstGeom prst="rect">
            <a:avLst/>
          </a:prstGeom>
        </p:spPr>
      </p:pic>
      <p:pic>
        <p:nvPicPr>
          <p:cNvPr id="15507" name="Graphic 15506" descr="Brain with solid fill">
            <a:extLst>
              <a:ext uri="{FF2B5EF4-FFF2-40B4-BE49-F238E27FC236}">
                <a16:creationId xmlns:a16="http://schemas.microsoft.com/office/drawing/2014/main" id="{1235466D-2572-1DE1-5E4B-8AB57C71A5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821474" y="4433851"/>
            <a:ext cx="589794" cy="589794"/>
          </a:xfrm>
          <a:prstGeom prst="rect">
            <a:avLst/>
          </a:prstGeom>
        </p:spPr>
      </p:pic>
      <p:pic>
        <p:nvPicPr>
          <p:cNvPr id="15515" name="Picture 15514" descr="Alarm - Free security icons">
            <a:extLst>
              <a:ext uri="{FF2B5EF4-FFF2-40B4-BE49-F238E27FC236}">
                <a16:creationId xmlns:a16="http://schemas.microsoft.com/office/drawing/2014/main" id="{AD3BB250-0481-5300-6EE4-67CC35F0136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00100" y="5281882"/>
            <a:ext cx="490755" cy="490755"/>
          </a:xfrm>
          <a:prstGeom prst="rect">
            <a:avLst/>
          </a:prstGeom>
        </p:spPr>
      </p:pic>
      <p:sp>
        <p:nvSpPr>
          <p:cNvPr id="15517" name="TextBox 15516">
            <a:extLst>
              <a:ext uri="{FF2B5EF4-FFF2-40B4-BE49-F238E27FC236}">
                <a16:creationId xmlns:a16="http://schemas.microsoft.com/office/drawing/2014/main" id="{E5E7BC3A-4D5B-706A-1784-4A9C8BF29D8E}"/>
              </a:ext>
            </a:extLst>
          </p:cNvPr>
          <p:cNvSpPr txBox="1"/>
          <p:nvPr/>
        </p:nvSpPr>
        <p:spPr>
          <a:xfrm>
            <a:off x="10027789" y="1761012"/>
            <a:ext cx="2033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aseline="-25000" dirty="0">
                <a:solidFill>
                  <a:schemeClr val="tx2">
                    <a:lumMod val="50000"/>
                  </a:schemeClr>
                </a:solidFill>
              </a:rPr>
              <a:t>Victim reports Suspect Wallet Address</a:t>
            </a:r>
            <a:endParaRPr lang="en-IN" baseline="-250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5519" name="TextBox 15518">
            <a:extLst>
              <a:ext uri="{FF2B5EF4-FFF2-40B4-BE49-F238E27FC236}">
                <a16:creationId xmlns:a16="http://schemas.microsoft.com/office/drawing/2014/main" id="{9A285B64-8AE7-16A4-A42B-6C448BF67507}"/>
              </a:ext>
            </a:extLst>
          </p:cNvPr>
          <p:cNvSpPr txBox="1"/>
          <p:nvPr/>
        </p:nvSpPr>
        <p:spPr>
          <a:xfrm>
            <a:off x="10027789" y="2908114"/>
            <a:ext cx="20336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aseline="-25000" dirty="0">
                <a:solidFill>
                  <a:schemeClr val="tx2">
                    <a:lumMod val="50000"/>
                  </a:schemeClr>
                </a:solidFill>
              </a:rPr>
              <a:t>Blockchain Data Collection</a:t>
            </a:r>
            <a:endParaRPr lang="en-IN" baseline="-250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5521" name="TextBox 15520">
            <a:extLst>
              <a:ext uri="{FF2B5EF4-FFF2-40B4-BE49-F238E27FC236}">
                <a16:creationId xmlns:a16="http://schemas.microsoft.com/office/drawing/2014/main" id="{566C4E02-3A9F-7958-01B3-B8D040AA6F8C}"/>
              </a:ext>
            </a:extLst>
          </p:cNvPr>
          <p:cNvSpPr txBox="1"/>
          <p:nvPr/>
        </p:nvSpPr>
        <p:spPr>
          <a:xfrm>
            <a:off x="10048164" y="3873686"/>
            <a:ext cx="20336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aseline="-25000" dirty="0">
                <a:solidFill>
                  <a:schemeClr val="tx2">
                    <a:lumMod val="50000"/>
                  </a:schemeClr>
                </a:solidFill>
              </a:rPr>
              <a:t>Transaction &amp; Entry Analysis</a:t>
            </a:r>
            <a:endParaRPr lang="en-IN" baseline="-250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5523" name="TextBox 15522">
            <a:extLst>
              <a:ext uri="{FF2B5EF4-FFF2-40B4-BE49-F238E27FC236}">
                <a16:creationId xmlns:a16="http://schemas.microsoft.com/office/drawing/2014/main" id="{6386EE53-6273-634C-DA49-11B2C9D168B3}"/>
              </a:ext>
            </a:extLst>
          </p:cNvPr>
          <p:cNvSpPr txBox="1"/>
          <p:nvPr/>
        </p:nvSpPr>
        <p:spPr>
          <a:xfrm>
            <a:off x="10475175" y="4852990"/>
            <a:ext cx="12638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aseline="-25000" dirty="0">
                <a:solidFill>
                  <a:schemeClr val="tx2">
                    <a:lumMod val="50000"/>
                  </a:schemeClr>
                </a:solidFill>
              </a:rPr>
              <a:t>Fraud Detection.</a:t>
            </a:r>
            <a:endParaRPr lang="en-IN" baseline="-250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5527" name="TextBox 15526">
            <a:extLst>
              <a:ext uri="{FF2B5EF4-FFF2-40B4-BE49-F238E27FC236}">
                <a16:creationId xmlns:a16="http://schemas.microsoft.com/office/drawing/2014/main" id="{D02F19CD-3675-E18A-FE78-8FEA9CDC1C4E}"/>
              </a:ext>
            </a:extLst>
          </p:cNvPr>
          <p:cNvSpPr txBox="1"/>
          <p:nvPr/>
        </p:nvSpPr>
        <p:spPr>
          <a:xfrm>
            <a:off x="9848176" y="5762824"/>
            <a:ext cx="22520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aseline="-25000" dirty="0">
                <a:solidFill>
                  <a:schemeClr val="tx2">
                    <a:lumMod val="50000"/>
                  </a:schemeClr>
                </a:solidFill>
              </a:rPr>
              <a:t>Identify Fraud Linked Exchanges</a:t>
            </a:r>
            <a:endParaRPr lang="en-IN" baseline="-250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5529" name="Arrow: Right 15528">
            <a:extLst>
              <a:ext uri="{FF2B5EF4-FFF2-40B4-BE49-F238E27FC236}">
                <a16:creationId xmlns:a16="http://schemas.microsoft.com/office/drawing/2014/main" id="{8D9E6A57-01C6-A980-406E-7623F2003D3C}"/>
              </a:ext>
            </a:extLst>
          </p:cNvPr>
          <p:cNvSpPr/>
          <p:nvPr/>
        </p:nvSpPr>
        <p:spPr>
          <a:xfrm rot="5400000">
            <a:off x="11014844" y="3254205"/>
            <a:ext cx="177146" cy="117586"/>
          </a:xfrm>
          <a:prstGeom prst="rightArrow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aseline="-25000"/>
          </a:p>
        </p:txBody>
      </p:sp>
      <p:sp>
        <p:nvSpPr>
          <p:cNvPr id="15531" name="Arrow: Right 15530">
            <a:extLst>
              <a:ext uri="{FF2B5EF4-FFF2-40B4-BE49-F238E27FC236}">
                <a16:creationId xmlns:a16="http://schemas.microsoft.com/office/drawing/2014/main" id="{030EAE57-2595-1214-4DFD-90DEEB0D669E}"/>
              </a:ext>
            </a:extLst>
          </p:cNvPr>
          <p:cNvSpPr/>
          <p:nvPr/>
        </p:nvSpPr>
        <p:spPr>
          <a:xfrm rot="5400000">
            <a:off x="11008432" y="4222478"/>
            <a:ext cx="177146" cy="117586"/>
          </a:xfrm>
          <a:prstGeom prst="rightArrow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aseline="-25000"/>
          </a:p>
        </p:txBody>
      </p:sp>
      <p:sp>
        <p:nvSpPr>
          <p:cNvPr id="15533" name="Arrow: Right 15532">
            <a:extLst>
              <a:ext uri="{FF2B5EF4-FFF2-40B4-BE49-F238E27FC236}">
                <a16:creationId xmlns:a16="http://schemas.microsoft.com/office/drawing/2014/main" id="{4D9066D1-D198-E8B6-DE30-9C2EF351158E}"/>
              </a:ext>
            </a:extLst>
          </p:cNvPr>
          <p:cNvSpPr/>
          <p:nvPr/>
        </p:nvSpPr>
        <p:spPr>
          <a:xfrm rot="5400000">
            <a:off x="11027798" y="5156962"/>
            <a:ext cx="177146" cy="117586"/>
          </a:xfrm>
          <a:prstGeom prst="rightArrow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aseline="-25000"/>
          </a:p>
        </p:txBody>
      </p:sp>
      <p:sp>
        <p:nvSpPr>
          <p:cNvPr id="2" name="Rounded Rectangle 15363">
            <a:extLst>
              <a:ext uri="{FF2B5EF4-FFF2-40B4-BE49-F238E27FC236}">
                <a16:creationId xmlns:a16="http://schemas.microsoft.com/office/drawing/2014/main" id="{5AFAD709-DE1F-C614-E94A-E4836AAE8069}"/>
              </a:ext>
            </a:extLst>
          </p:cNvPr>
          <p:cNvSpPr/>
          <p:nvPr/>
        </p:nvSpPr>
        <p:spPr>
          <a:xfrm>
            <a:off x="779458" y="2903096"/>
            <a:ext cx="1834360" cy="503238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28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182334"/>
                </a:solidFill>
                <a:latin typeface="Arial"/>
              </a:rPr>
              <a:t>1  INCIDENT INPUT
Wallet / TX hash</a:t>
            </a:r>
          </a:p>
        </p:txBody>
      </p:sp>
      <p:sp>
        <p:nvSpPr>
          <p:cNvPr id="3" name="Rounded Rectangle 15364">
            <a:extLst>
              <a:ext uri="{FF2B5EF4-FFF2-40B4-BE49-F238E27FC236}">
                <a16:creationId xmlns:a16="http://schemas.microsoft.com/office/drawing/2014/main" id="{37009076-3B6C-E85D-03FE-DD1E4F3C329F}"/>
              </a:ext>
            </a:extLst>
          </p:cNvPr>
          <p:cNvSpPr/>
          <p:nvPr/>
        </p:nvSpPr>
        <p:spPr>
          <a:xfrm>
            <a:off x="3099364" y="2903096"/>
            <a:ext cx="1834360" cy="503238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288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182334"/>
                </a:solidFill>
                <a:latin typeface="Arial"/>
              </a:rPr>
              <a:t>2  TRACE ENGINE
Transactions + graph</a:t>
            </a:r>
          </a:p>
        </p:txBody>
      </p:sp>
      <p:sp>
        <p:nvSpPr>
          <p:cNvPr id="4" name="Rounded Rectangle 15365">
            <a:extLst>
              <a:ext uri="{FF2B5EF4-FFF2-40B4-BE49-F238E27FC236}">
                <a16:creationId xmlns:a16="http://schemas.microsoft.com/office/drawing/2014/main" id="{683809BE-E98D-C7FE-649F-05E662DA6EE9}"/>
              </a:ext>
            </a:extLst>
          </p:cNvPr>
          <p:cNvSpPr/>
          <p:nvPr/>
        </p:nvSpPr>
        <p:spPr>
          <a:xfrm>
            <a:off x="5439669" y="2889042"/>
            <a:ext cx="1834360" cy="503238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DC8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182334"/>
                </a:solidFill>
                <a:latin typeface="Arial"/>
              </a:rPr>
              <a:t>3  FUND ANALYSIS
DFS/BFS + accounting</a:t>
            </a:r>
          </a:p>
        </p:txBody>
      </p:sp>
      <p:sp>
        <p:nvSpPr>
          <p:cNvPr id="18" name="Rounded Rectangle 15366">
            <a:extLst>
              <a:ext uri="{FF2B5EF4-FFF2-40B4-BE49-F238E27FC236}">
                <a16:creationId xmlns:a16="http://schemas.microsoft.com/office/drawing/2014/main" id="{8B0E2F48-7B42-7296-0288-C6679D9036DE}"/>
              </a:ext>
            </a:extLst>
          </p:cNvPr>
          <p:cNvSpPr/>
          <p:nvPr/>
        </p:nvSpPr>
        <p:spPr>
          <a:xfrm>
            <a:off x="7797202" y="2866988"/>
            <a:ext cx="1834360" cy="503238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BE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dirty="0">
                <a:solidFill>
                  <a:srgbClr val="182334"/>
                </a:solidFill>
                <a:latin typeface="Arial"/>
              </a:rPr>
              <a:t>4  REPORT
Paths + endpoints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466A524-2A64-D682-B850-1B85C7B95C5E}"/>
              </a:ext>
            </a:extLst>
          </p:cNvPr>
          <p:cNvSpPr txBox="1"/>
          <p:nvPr/>
        </p:nvSpPr>
        <p:spPr>
          <a:xfrm>
            <a:off x="9870845" y="1265826"/>
            <a:ext cx="2181760" cy="48141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7C0C65CB-B094-F75B-7D5F-2DE1F1A63D27}"/>
              </a:ext>
            </a:extLst>
          </p:cNvPr>
          <p:cNvSpPr/>
          <p:nvPr/>
        </p:nvSpPr>
        <p:spPr>
          <a:xfrm>
            <a:off x="2619829" y="3046613"/>
            <a:ext cx="479535" cy="188097"/>
          </a:xfrm>
          <a:prstGeom prst="rightArrow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aseline="-25000"/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647F8732-6011-8AF6-196B-2E14231B234F}"/>
              </a:ext>
            </a:extLst>
          </p:cNvPr>
          <p:cNvSpPr/>
          <p:nvPr/>
        </p:nvSpPr>
        <p:spPr>
          <a:xfrm>
            <a:off x="7254380" y="3036328"/>
            <a:ext cx="479535" cy="188097"/>
          </a:xfrm>
          <a:prstGeom prst="rightArrow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aseline="-25000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AC2EC242-318F-2072-0D72-7622CBFE85D7}"/>
              </a:ext>
            </a:extLst>
          </p:cNvPr>
          <p:cNvSpPr/>
          <p:nvPr/>
        </p:nvSpPr>
        <p:spPr>
          <a:xfrm>
            <a:off x="4950286" y="3025159"/>
            <a:ext cx="479535" cy="188097"/>
          </a:xfrm>
          <a:prstGeom prst="rightArrow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aseline="-25000"/>
          </a:p>
        </p:txBody>
      </p:sp>
      <p:sp>
        <p:nvSpPr>
          <p:cNvPr id="15412" name="TextBox 15411">
            <a:extLst>
              <a:ext uri="{FF2B5EF4-FFF2-40B4-BE49-F238E27FC236}">
                <a16:creationId xmlns:a16="http://schemas.microsoft.com/office/drawing/2014/main" id="{61F38009-0EBD-1A04-9BDC-DB42A77D2D4D}"/>
              </a:ext>
            </a:extLst>
          </p:cNvPr>
          <p:cNvSpPr txBox="1"/>
          <p:nvPr/>
        </p:nvSpPr>
        <p:spPr>
          <a:xfrm>
            <a:off x="6325278" y="5626913"/>
            <a:ext cx="166521" cy="253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aseline="-25000" dirty="0"/>
          </a:p>
        </p:txBody>
      </p:sp>
      <p:sp>
        <p:nvSpPr>
          <p:cNvPr id="15414" name="Rounded Rectangle 15374">
            <a:extLst>
              <a:ext uri="{FF2B5EF4-FFF2-40B4-BE49-F238E27FC236}">
                <a16:creationId xmlns:a16="http://schemas.microsoft.com/office/drawing/2014/main" id="{33C0CF4D-E47F-172B-0E12-504060599A6A}"/>
              </a:ext>
            </a:extLst>
          </p:cNvPr>
          <p:cNvSpPr/>
          <p:nvPr/>
        </p:nvSpPr>
        <p:spPr>
          <a:xfrm>
            <a:off x="182998" y="4095388"/>
            <a:ext cx="9450519" cy="2063587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16" name="TextBox 15415">
            <a:extLst>
              <a:ext uri="{FF2B5EF4-FFF2-40B4-BE49-F238E27FC236}">
                <a16:creationId xmlns:a16="http://schemas.microsoft.com/office/drawing/2014/main" id="{33580F43-678F-6829-EC55-9C338919E208}"/>
              </a:ext>
            </a:extLst>
          </p:cNvPr>
          <p:cNvSpPr txBox="1"/>
          <p:nvPr/>
        </p:nvSpPr>
        <p:spPr>
          <a:xfrm>
            <a:off x="1495264" y="4113812"/>
            <a:ext cx="2953512" cy="30777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dirty="0">
                <a:solidFill>
                  <a:srgbClr val="182334"/>
                </a:solidFill>
                <a:latin typeface="Arial"/>
              </a:rPr>
              <a:t>How it addresses the problem</a:t>
            </a:r>
          </a:p>
        </p:txBody>
      </p:sp>
      <p:sp>
        <p:nvSpPr>
          <p:cNvPr id="15418" name="TextBox 15417">
            <a:extLst>
              <a:ext uri="{FF2B5EF4-FFF2-40B4-BE49-F238E27FC236}">
                <a16:creationId xmlns:a16="http://schemas.microsoft.com/office/drawing/2014/main" id="{A87C0859-9DF9-F978-8C4D-2EBFD126D3DB}"/>
              </a:ext>
            </a:extLst>
          </p:cNvPr>
          <p:cNvSpPr txBox="1"/>
          <p:nvPr/>
        </p:nvSpPr>
        <p:spPr>
          <a:xfrm>
            <a:off x="441180" y="4480703"/>
            <a:ext cx="9116102" cy="138499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228600" indent="-228600" algn="l">
              <a:buAutoNum type="arabicPeriod"/>
            </a:pPr>
            <a:r>
              <a:rPr lang="en-IN" sz="1400" b="1" dirty="0">
                <a:solidFill>
                  <a:srgbClr val="334155"/>
                </a:solidFill>
                <a:latin typeface="Arial"/>
              </a:rPr>
              <a:t>Reduce dependence on manual blockchain tracing.</a:t>
            </a:r>
          </a:p>
          <a:p>
            <a:pPr marL="228600" indent="-228600" algn="l">
              <a:buAutoNum type="arabicPeriod"/>
            </a:pPr>
            <a:r>
              <a:rPr lang="en-IN" sz="1400" b="1" dirty="0">
                <a:solidFill>
                  <a:srgbClr val="334155"/>
                </a:solidFill>
                <a:latin typeface="Arial"/>
              </a:rPr>
              <a:t>Turns a suspects wallet address into an actionable investigations.</a:t>
            </a:r>
          </a:p>
          <a:p>
            <a:pPr marL="228600" indent="-228600" algn="l">
              <a:buAutoNum type="arabicPeriod"/>
            </a:pPr>
            <a:r>
              <a:rPr lang="en-IN" sz="1400" b="1" dirty="0">
                <a:solidFill>
                  <a:srgbClr val="334155"/>
                </a:solidFill>
                <a:latin typeface="Arial"/>
              </a:rPr>
              <a:t>Supports faster fund-flow tracing and evidence .</a:t>
            </a:r>
          </a:p>
          <a:p>
            <a:pPr marL="228600" indent="-228600" algn="l">
              <a:buAutoNum type="arabicPeriod"/>
            </a:pPr>
            <a:r>
              <a:rPr lang="en-IN" sz="1400" b="1" dirty="0">
                <a:solidFill>
                  <a:srgbClr val="334155"/>
                </a:solidFill>
                <a:latin typeface="Arial"/>
              </a:rPr>
              <a:t>Help investigators prioritize exchanges /</a:t>
            </a:r>
            <a:r>
              <a:rPr lang="en-IN" sz="1400" b="1" dirty="0" err="1">
                <a:solidFill>
                  <a:srgbClr val="334155"/>
                </a:solidFill>
                <a:latin typeface="Arial"/>
              </a:rPr>
              <a:t>vasp</a:t>
            </a:r>
            <a:r>
              <a:rPr lang="en-IN" sz="1400" b="1" dirty="0">
                <a:solidFill>
                  <a:srgbClr val="334155"/>
                </a:solidFill>
                <a:latin typeface="Arial"/>
              </a:rPr>
              <a:t> leads for follow-up.</a:t>
            </a:r>
          </a:p>
          <a:p>
            <a:pPr marL="228600" indent="-228600">
              <a:buAutoNum type="arabicPeriod"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Wallet balances mix pre-existing funds with stolen crypto, misleading total loss calculations.</a:t>
            </a:r>
          </a:p>
          <a:p>
            <a:pPr marL="228600" indent="-228600">
              <a:buAutoNum type="arabicPeriod"/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Manual searches take hours, allowing thieves to off-ramp funds at exchanges before detection.</a:t>
            </a:r>
            <a:endParaRPr sz="1400" b="1" dirty="0">
              <a:solidFill>
                <a:srgbClr val="33415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593328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67" name="TextBox 17466">
            <a:extLst>
              <a:ext uri="{FF2B5EF4-FFF2-40B4-BE49-F238E27FC236}">
                <a16:creationId xmlns:a16="http://schemas.microsoft.com/office/drawing/2014/main" id="{5CC83D7D-7EAB-6F9B-40CA-4E9B323980EB}"/>
              </a:ext>
            </a:extLst>
          </p:cNvPr>
          <p:cNvSpPr txBox="1"/>
          <p:nvPr/>
        </p:nvSpPr>
        <p:spPr>
          <a:xfrm>
            <a:off x="530352" y="1012330"/>
            <a:ext cx="9875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dirty="0">
                <a:solidFill>
                  <a:srgbClr val="5B697A"/>
                </a:solidFill>
                <a:latin typeface="Aptos"/>
              </a:rPr>
              <a:t>From one incident to an auditable fund-flow graph</a:t>
            </a:r>
          </a:p>
        </p:txBody>
      </p:sp>
      <p:sp>
        <p:nvSpPr>
          <p:cNvPr id="17469" name="Rounded Rectangle 5">
            <a:extLst>
              <a:ext uri="{FF2B5EF4-FFF2-40B4-BE49-F238E27FC236}">
                <a16:creationId xmlns:a16="http://schemas.microsoft.com/office/drawing/2014/main" id="{C2F0AB38-9BF1-0758-CE8D-15CD5C443FE4}"/>
              </a:ext>
            </a:extLst>
          </p:cNvPr>
          <p:cNvSpPr/>
          <p:nvPr/>
        </p:nvSpPr>
        <p:spPr>
          <a:xfrm>
            <a:off x="548640" y="1286650"/>
            <a:ext cx="2331720" cy="1143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1" name="Rectangle 17470">
            <a:extLst>
              <a:ext uri="{FF2B5EF4-FFF2-40B4-BE49-F238E27FC236}">
                <a16:creationId xmlns:a16="http://schemas.microsoft.com/office/drawing/2014/main" id="{441D2991-FF56-441B-FB23-8B54E00B8457}"/>
              </a:ext>
            </a:extLst>
          </p:cNvPr>
          <p:cNvSpPr/>
          <p:nvPr/>
        </p:nvSpPr>
        <p:spPr>
          <a:xfrm>
            <a:off x="548640" y="1286650"/>
            <a:ext cx="50292" cy="1143000"/>
          </a:xfrm>
          <a:prstGeom prst="rect">
            <a:avLst/>
          </a:prstGeom>
          <a:solidFill>
            <a:srgbClr val="1F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3" name="TextBox 17472">
            <a:extLst>
              <a:ext uri="{FF2B5EF4-FFF2-40B4-BE49-F238E27FC236}">
                <a16:creationId xmlns:a16="http://schemas.microsoft.com/office/drawing/2014/main" id="{E5576758-55D8-EB60-807D-4A6FF095CD80}"/>
              </a:ext>
            </a:extLst>
          </p:cNvPr>
          <p:cNvSpPr txBox="1"/>
          <p:nvPr/>
        </p:nvSpPr>
        <p:spPr>
          <a:xfrm>
            <a:off x="713232" y="1378090"/>
            <a:ext cx="2057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02D3E"/>
                </a:solidFill>
                <a:latin typeface="Aptos"/>
              </a:rPr>
              <a:t>Technology stack</a:t>
            </a:r>
          </a:p>
        </p:txBody>
      </p:sp>
      <p:sp>
        <p:nvSpPr>
          <p:cNvPr id="17475" name="TextBox 17474">
            <a:extLst>
              <a:ext uri="{FF2B5EF4-FFF2-40B4-BE49-F238E27FC236}">
                <a16:creationId xmlns:a16="http://schemas.microsoft.com/office/drawing/2014/main" id="{467F98DB-ABAB-FA7E-68CC-A43761EBF1D3}"/>
              </a:ext>
            </a:extLst>
          </p:cNvPr>
          <p:cNvSpPr txBox="1"/>
          <p:nvPr/>
        </p:nvSpPr>
        <p:spPr>
          <a:xfrm>
            <a:off x="713232" y="1679842"/>
            <a:ext cx="2011679" cy="607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5B697A"/>
                </a:solidFill>
                <a:latin typeface="Aptos"/>
              </a:defRPr>
            </a:pPr>
            <a:r>
              <a:rPr dirty="0"/>
              <a:t> </a:t>
            </a:r>
            <a:r>
              <a:rPr lang="en-IN" dirty="0"/>
              <a:t>          </a:t>
            </a:r>
            <a:r>
              <a:rPr dirty="0"/>
              <a:t>Python</a:t>
            </a:r>
          </a:p>
          <a:p>
            <a:pPr>
              <a:spcAft>
                <a:spcPts val="300"/>
              </a:spcAft>
              <a:defRPr sz="950">
                <a:solidFill>
                  <a:srgbClr val="5B697A"/>
                </a:solidFill>
                <a:latin typeface="Aptos"/>
              </a:defRPr>
            </a:pPr>
            <a:r>
              <a:rPr lang="en-IN" dirty="0"/>
              <a:t>           </a:t>
            </a:r>
            <a:r>
              <a:rPr dirty="0"/>
              <a:t>Web3 / RPC / API</a:t>
            </a:r>
          </a:p>
          <a:p>
            <a:pPr>
              <a:spcAft>
                <a:spcPts val="300"/>
              </a:spcAft>
              <a:defRPr sz="950">
                <a:solidFill>
                  <a:srgbClr val="5B697A"/>
                </a:solidFill>
                <a:latin typeface="Aptos"/>
              </a:defRPr>
            </a:pPr>
            <a:r>
              <a:rPr lang="en-IN" dirty="0"/>
              <a:t>           </a:t>
            </a:r>
            <a:r>
              <a:rPr dirty="0"/>
              <a:t> JSON </a:t>
            </a:r>
            <a:r>
              <a:rPr lang="en-IN" dirty="0"/>
              <a:t>/</a:t>
            </a:r>
            <a:r>
              <a:rPr dirty="0"/>
              <a:t>CLI</a:t>
            </a:r>
          </a:p>
        </p:txBody>
      </p:sp>
      <p:sp>
        <p:nvSpPr>
          <p:cNvPr id="17477" name="Rounded Rectangle 9">
            <a:extLst>
              <a:ext uri="{FF2B5EF4-FFF2-40B4-BE49-F238E27FC236}">
                <a16:creationId xmlns:a16="http://schemas.microsoft.com/office/drawing/2014/main" id="{BF54F7EA-CBE0-3A41-7D65-A25F64297944}"/>
              </a:ext>
            </a:extLst>
          </p:cNvPr>
          <p:cNvSpPr/>
          <p:nvPr/>
        </p:nvSpPr>
        <p:spPr>
          <a:xfrm>
            <a:off x="3017520" y="1286650"/>
            <a:ext cx="2788920" cy="1143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9" name="Rectangle 17478">
            <a:extLst>
              <a:ext uri="{FF2B5EF4-FFF2-40B4-BE49-F238E27FC236}">
                <a16:creationId xmlns:a16="http://schemas.microsoft.com/office/drawing/2014/main" id="{7E8368E3-D30F-38BC-43F9-793FAD94810B}"/>
              </a:ext>
            </a:extLst>
          </p:cNvPr>
          <p:cNvSpPr/>
          <p:nvPr/>
        </p:nvSpPr>
        <p:spPr>
          <a:xfrm>
            <a:off x="3017520" y="1286650"/>
            <a:ext cx="50292" cy="1143000"/>
          </a:xfrm>
          <a:prstGeom prst="rect">
            <a:avLst/>
          </a:prstGeom>
          <a:solidFill>
            <a:srgbClr val="22A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81" name="TextBox 17480">
            <a:extLst>
              <a:ext uri="{FF2B5EF4-FFF2-40B4-BE49-F238E27FC236}">
                <a16:creationId xmlns:a16="http://schemas.microsoft.com/office/drawing/2014/main" id="{A8969598-DDCF-FDB8-B72C-B7D33FD8943A}"/>
              </a:ext>
            </a:extLst>
          </p:cNvPr>
          <p:cNvSpPr txBox="1"/>
          <p:nvPr/>
        </p:nvSpPr>
        <p:spPr>
          <a:xfrm>
            <a:off x="3182112" y="1378090"/>
            <a:ext cx="2514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02D3E"/>
                </a:solidFill>
                <a:latin typeface="Aptos"/>
              </a:rPr>
              <a:t>Core data model</a:t>
            </a:r>
          </a:p>
        </p:txBody>
      </p:sp>
      <p:sp>
        <p:nvSpPr>
          <p:cNvPr id="17483" name="TextBox 17482">
            <a:extLst>
              <a:ext uri="{FF2B5EF4-FFF2-40B4-BE49-F238E27FC236}">
                <a16:creationId xmlns:a16="http://schemas.microsoft.com/office/drawing/2014/main" id="{CDE61258-A71B-974F-10A4-92A75DE549BA}"/>
              </a:ext>
            </a:extLst>
          </p:cNvPr>
          <p:cNvSpPr txBox="1"/>
          <p:nvPr/>
        </p:nvSpPr>
        <p:spPr>
          <a:xfrm>
            <a:off x="3182112" y="1679842"/>
            <a:ext cx="2468879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5B697A"/>
                </a:solidFill>
                <a:latin typeface="Aptos"/>
              </a:defRPr>
            </a:pPr>
            <a:r>
              <a:rPr dirty="0"/>
              <a:t>• Node = wallet / address / contract</a:t>
            </a:r>
          </a:p>
          <a:p>
            <a:pPr>
              <a:spcAft>
                <a:spcPts val="300"/>
              </a:spcAft>
              <a:defRPr sz="950">
                <a:solidFill>
                  <a:srgbClr val="5B697A"/>
                </a:solidFill>
                <a:latin typeface="Aptos"/>
              </a:defRPr>
            </a:pPr>
            <a:r>
              <a:rPr dirty="0"/>
              <a:t>• Edge = transaction + asset + amount</a:t>
            </a:r>
          </a:p>
          <a:p>
            <a:pPr>
              <a:spcAft>
                <a:spcPts val="300"/>
              </a:spcAft>
              <a:defRPr sz="950">
                <a:solidFill>
                  <a:srgbClr val="5B697A"/>
                </a:solidFill>
                <a:latin typeface="Aptos"/>
              </a:defRPr>
            </a:pPr>
            <a:r>
              <a:rPr dirty="0"/>
              <a:t>• Metadata = hash • time • block</a:t>
            </a:r>
          </a:p>
        </p:txBody>
      </p:sp>
      <p:sp>
        <p:nvSpPr>
          <p:cNvPr id="17485" name="Rounded Rectangle 13">
            <a:extLst>
              <a:ext uri="{FF2B5EF4-FFF2-40B4-BE49-F238E27FC236}">
                <a16:creationId xmlns:a16="http://schemas.microsoft.com/office/drawing/2014/main" id="{C54720A5-B900-CA27-B4E4-1638607AA8B7}"/>
              </a:ext>
            </a:extLst>
          </p:cNvPr>
          <p:cNvSpPr/>
          <p:nvPr/>
        </p:nvSpPr>
        <p:spPr>
          <a:xfrm>
            <a:off x="5943600" y="1286650"/>
            <a:ext cx="2788920" cy="1143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87" name="Rectangle 17486">
            <a:extLst>
              <a:ext uri="{FF2B5EF4-FFF2-40B4-BE49-F238E27FC236}">
                <a16:creationId xmlns:a16="http://schemas.microsoft.com/office/drawing/2014/main" id="{EED44583-D889-5A0F-6AEB-9A18473467E0}"/>
              </a:ext>
            </a:extLst>
          </p:cNvPr>
          <p:cNvSpPr/>
          <p:nvPr/>
        </p:nvSpPr>
        <p:spPr>
          <a:xfrm>
            <a:off x="5943600" y="1286650"/>
            <a:ext cx="50292" cy="1143000"/>
          </a:xfrm>
          <a:prstGeom prst="rect">
            <a:avLst/>
          </a:prstGeom>
          <a:solidFill>
            <a:srgbClr val="22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89" name="TextBox 17488">
            <a:extLst>
              <a:ext uri="{FF2B5EF4-FFF2-40B4-BE49-F238E27FC236}">
                <a16:creationId xmlns:a16="http://schemas.microsoft.com/office/drawing/2014/main" id="{B42E2A71-283C-6685-F702-B19F7D90300F}"/>
              </a:ext>
            </a:extLst>
          </p:cNvPr>
          <p:cNvSpPr txBox="1"/>
          <p:nvPr/>
        </p:nvSpPr>
        <p:spPr>
          <a:xfrm>
            <a:off x="6108192" y="1378090"/>
            <a:ext cx="2514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02D3E"/>
                </a:solidFill>
                <a:latin typeface="Aptos"/>
              </a:rPr>
              <a:t>Algorithms</a:t>
            </a:r>
          </a:p>
        </p:txBody>
      </p:sp>
      <p:sp>
        <p:nvSpPr>
          <p:cNvPr id="17491" name="TextBox 17490">
            <a:extLst>
              <a:ext uri="{FF2B5EF4-FFF2-40B4-BE49-F238E27FC236}">
                <a16:creationId xmlns:a16="http://schemas.microsoft.com/office/drawing/2014/main" id="{3AF2F26A-4D74-339E-BC0C-DCB5BA6EF771}"/>
              </a:ext>
            </a:extLst>
          </p:cNvPr>
          <p:cNvSpPr txBox="1"/>
          <p:nvPr/>
        </p:nvSpPr>
        <p:spPr>
          <a:xfrm>
            <a:off x="6108192" y="1679842"/>
            <a:ext cx="2468879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5B697A"/>
                </a:solidFill>
                <a:latin typeface="Aptos"/>
              </a:defRPr>
            </a:pPr>
            <a:r>
              <a:t>• DFS / BFS / recursion</a:t>
            </a:r>
          </a:p>
          <a:p>
            <a:pPr>
              <a:spcAft>
                <a:spcPts val="300"/>
              </a:spcAft>
              <a:defRPr sz="950">
                <a:solidFill>
                  <a:srgbClr val="5B697A"/>
                </a:solidFill>
                <a:latin typeface="Aptos"/>
              </a:defRPr>
            </a:pPr>
            <a:r>
              <a:t>• Cycle handling + depth limits</a:t>
            </a:r>
          </a:p>
          <a:p>
            <a:pPr>
              <a:spcAft>
                <a:spcPts val="300"/>
              </a:spcAft>
              <a:defRPr sz="950">
                <a:solidFill>
                  <a:srgbClr val="5B697A"/>
                </a:solidFill>
                <a:latin typeface="Aptos"/>
              </a:defRPr>
            </a:pPr>
            <a:r>
              <a:t>• Fund propagation + reconciliation</a:t>
            </a:r>
          </a:p>
        </p:txBody>
      </p:sp>
      <p:sp>
        <p:nvSpPr>
          <p:cNvPr id="17493" name="Rounded Rectangle 17">
            <a:extLst>
              <a:ext uri="{FF2B5EF4-FFF2-40B4-BE49-F238E27FC236}">
                <a16:creationId xmlns:a16="http://schemas.microsoft.com/office/drawing/2014/main" id="{5BD3A534-8B95-DDA5-0550-C72D4BFE5EFD}"/>
              </a:ext>
            </a:extLst>
          </p:cNvPr>
          <p:cNvSpPr/>
          <p:nvPr/>
        </p:nvSpPr>
        <p:spPr>
          <a:xfrm>
            <a:off x="8869680" y="1286650"/>
            <a:ext cx="2697480" cy="1143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95" name="Rectangle 17494">
            <a:extLst>
              <a:ext uri="{FF2B5EF4-FFF2-40B4-BE49-F238E27FC236}">
                <a16:creationId xmlns:a16="http://schemas.microsoft.com/office/drawing/2014/main" id="{70B97AD4-F6C2-A3FE-36A0-F0402904FE1D}"/>
              </a:ext>
            </a:extLst>
          </p:cNvPr>
          <p:cNvSpPr/>
          <p:nvPr/>
        </p:nvSpPr>
        <p:spPr>
          <a:xfrm>
            <a:off x="8869680" y="1286650"/>
            <a:ext cx="50292" cy="1143000"/>
          </a:xfrm>
          <a:prstGeom prst="rect">
            <a:avLst/>
          </a:prstGeom>
          <a:solidFill>
            <a:srgbClr val="EF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97" name="TextBox 17496">
            <a:extLst>
              <a:ext uri="{FF2B5EF4-FFF2-40B4-BE49-F238E27FC236}">
                <a16:creationId xmlns:a16="http://schemas.microsoft.com/office/drawing/2014/main" id="{0E5E2372-01D6-DF7B-C255-E090B1689572}"/>
              </a:ext>
            </a:extLst>
          </p:cNvPr>
          <p:cNvSpPr txBox="1"/>
          <p:nvPr/>
        </p:nvSpPr>
        <p:spPr>
          <a:xfrm>
            <a:off x="9034272" y="1378090"/>
            <a:ext cx="2423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02D3E"/>
                </a:solidFill>
                <a:latin typeface="Aptos"/>
              </a:rPr>
              <a:t>Attribution</a:t>
            </a:r>
          </a:p>
        </p:txBody>
      </p:sp>
      <p:sp>
        <p:nvSpPr>
          <p:cNvPr id="17499" name="TextBox 17498">
            <a:extLst>
              <a:ext uri="{FF2B5EF4-FFF2-40B4-BE49-F238E27FC236}">
                <a16:creationId xmlns:a16="http://schemas.microsoft.com/office/drawing/2014/main" id="{794D343E-336B-205E-D79B-A4E27D0CEEE6}"/>
              </a:ext>
            </a:extLst>
          </p:cNvPr>
          <p:cNvSpPr txBox="1"/>
          <p:nvPr/>
        </p:nvSpPr>
        <p:spPr>
          <a:xfrm>
            <a:off x="9034272" y="1679842"/>
            <a:ext cx="237744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5B697A"/>
                </a:solidFill>
                <a:latin typeface="Aptos"/>
              </a:defRPr>
            </a:pPr>
            <a:r>
              <a:t>• Known-service labels</a:t>
            </a:r>
          </a:p>
          <a:p>
            <a:pPr>
              <a:spcAft>
                <a:spcPts val="300"/>
              </a:spcAft>
              <a:defRPr sz="950">
                <a:solidFill>
                  <a:srgbClr val="5B697A"/>
                </a:solidFill>
                <a:latin typeface="Aptos"/>
              </a:defRPr>
            </a:pPr>
            <a:r>
              <a:t>• Evidence + confidence</a:t>
            </a:r>
          </a:p>
          <a:p>
            <a:pPr>
              <a:spcAft>
                <a:spcPts val="300"/>
              </a:spcAft>
              <a:defRPr sz="950">
                <a:solidFill>
                  <a:srgbClr val="5B697A"/>
                </a:solidFill>
                <a:latin typeface="Aptos"/>
              </a:defRPr>
            </a:pPr>
            <a:r>
              <a:t>• No invented real-world identity</a:t>
            </a:r>
          </a:p>
        </p:txBody>
      </p:sp>
      <p:sp>
        <p:nvSpPr>
          <p:cNvPr id="17500" name="TextBox 17499">
            <a:extLst>
              <a:ext uri="{FF2B5EF4-FFF2-40B4-BE49-F238E27FC236}">
                <a16:creationId xmlns:a16="http://schemas.microsoft.com/office/drawing/2014/main" id="{7F6A610D-56B2-BF21-71AF-0FDC75CF7F9E}"/>
              </a:ext>
            </a:extLst>
          </p:cNvPr>
          <p:cNvSpPr txBox="1"/>
          <p:nvPr/>
        </p:nvSpPr>
        <p:spPr>
          <a:xfrm>
            <a:off x="512064" y="2602242"/>
            <a:ext cx="36576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dirty="0">
                <a:solidFill>
                  <a:srgbClr val="202D3E"/>
                </a:solidFill>
                <a:latin typeface="Aptos"/>
              </a:rPr>
              <a:t>END-TO-END IMPLEMENTATION FLOW</a:t>
            </a:r>
          </a:p>
        </p:txBody>
      </p:sp>
      <p:sp>
        <p:nvSpPr>
          <p:cNvPr id="17501" name="Rounded Rectangle 22">
            <a:extLst>
              <a:ext uri="{FF2B5EF4-FFF2-40B4-BE49-F238E27FC236}">
                <a16:creationId xmlns:a16="http://schemas.microsoft.com/office/drawing/2014/main" id="{120A81A3-2FC8-3A5E-73F1-C098F1052854}"/>
              </a:ext>
            </a:extLst>
          </p:cNvPr>
          <p:cNvSpPr/>
          <p:nvPr/>
        </p:nvSpPr>
        <p:spPr>
          <a:xfrm>
            <a:off x="566928" y="2923621"/>
            <a:ext cx="1353312" cy="91440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1F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02" name="Rounded Rectangle 23">
            <a:extLst>
              <a:ext uri="{FF2B5EF4-FFF2-40B4-BE49-F238E27FC236}">
                <a16:creationId xmlns:a16="http://schemas.microsoft.com/office/drawing/2014/main" id="{E0A5E3CD-7ED2-E545-1B43-8C4FB52D0A0A}"/>
              </a:ext>
            </a:extLst>
          </p:cNvPr>
          <p:cNvSpPr/>
          <p:nvPr/>
        </p:nvSpPr>
        <p:spPr>
          <a:xfrm>
            <a:off x="640080" y="3033349"/>
            <a:ext cx="292608" cy="329184"/>
          </a:xfrm>
          <a:prstGeom prst="roundRect">
            <a:avLst/>
          </a:prstGeom>
          <a:solidFill>
            <a:srgbClr val="1F67BE"/>
          </a:solidFill>
          <a:ln w="6350">
            <a:solidFill>
              <a:srgbClr val="1F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03" name="TextBox 17502">
            <a:extLst>
              <a:ext uri="{FF2B5EF4-FFF2-40B4-BE49-F238E27FC236}">
                <a16:creationId xmlns:a16="http://schemas.microsoft.com/office/drawing/2014/main" id="{42BBBCBB-8E22-5EB6-6783-AE18B2A14C13}"/>
              </a:ext>
            </a:extLst>
          </p:cNvPr>
          <p:cNvSpPr txBox="1"/>
          <p:nvPr/>
        </p:nvSpPr>
        <p:spPr>
          <a:xfrm>
            <a:off x="694944" y="3051637"/>
            <a:ext cx="182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504" name="TextBox 17503">
            <a:extLst>
              <a:ext uri="{FF2B5EF4-FFF2-40B4-BE49-F238E27FC236}">
                <a16:creationId xmlns:a16="http://schemas.microsoft.com/office/drawing/2014/main" id="{35FAFFFC-B3A2-3E99-B58A-D8B9163783C7}"/>
              </a:ext>
            </a:extLst>
          </p:cNvPr>
          <p:cNvSpPr txBox="1"/>
          <p:nvPr/>
        </p:nvSpPr>
        <p:spPr>
          <a:xfrm>
            <a:off x="987552" y="3024205"/>
            <a:ext cx="822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02D3E"/>
                </a:solidFill>
                <a:latin typeface="Aptos"/>
              </a:rPr>
              <a:t>Incident
input</a:t>
            </a:r>
          </a:p>
        </p:txBody>
      </p:sp>
      <p:cxnSp>
        <p:nvCxnSpPr>
          <p:cNvPr id="17505" name="Connector 26">
            <a:extLst>
              <a:ext uri="{FF2B5EF4-FFF2-40B4-BE49-F238E27FC236}">
                <a16:creationId xmlns:a16="http://schemas.microsoft.com/office/drawing/2014/main" id="{9C996E4D-1451-11E5-591E-02D1AB3240CA}"/>
              </a:ext>
            </a:extLst>
          </p:cNvPr>
          <p:cNvCxnSpPr/>
          <p:nvPr/>
        </p:nvCxnSpPr>
        <p:spPr>
          <a:xfrm>
            <a:off x="1920240" y="3380821"/>
            <a:ext cx="274320" cy="0"/>
          </a:xfrm>
          <a:prstGeom prst="line">
            <a:avLst/>
          </a:prstGeom>
          <a:ln w="19050">
            <a:solidFill>
              <a:srgbClr val="202D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06" name="Rounded Rectangle 27">
            <a:extLst>
              <a:ext uri="{FF2B5EF4-FFF2-40B4-BE49-F238E27FC236}">
                <a16:creationId xmlns:a16="http://schemas.microsoft.com/office/drawing/2014/main" id="{B75C03B6-E525-E498-6EC7-52D339D02F5B}"/>
              </a:ext>
            </a:extLst>
          </p:cNvPr>
          <p:cNvSpPr/>
          <p:nvPr/>
        </p:nvSpPr>
        <p:spPr>
          <a:xfrm>
            <a:off x="2212848" y="2923621"/>
            <a:ext cx="1353312" cy="91440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22A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07" name="Rounded Rectangle 28">
            <a:extLst>
              <a:ext uri="{FF2B5EF4-FFF2-40B4-BE49-F238E27FC236}">
                <a16:creationId xmlns:a16="http://schemas.microsoft.com/office/drawing/2014/main" id="{1047DFC6-5690-5FD6-1CDA-C42F8E3E1601}"/>
              </a:ext>
            </a:extLst>
          </p:cNvPr>
          <p:cNvSpPr/>
          <p:nvPr/>
        </p:nvSpPr>
        <p:spPr>
          <a:xfrm>
            <a:off x="2286000" y="3033349"/>
            <a:ext cx="292608" cy="329184"/>
          </a:xfrm>
          <a:prstGeom prst="roundRect">
            <a:avLst/>
          </a:prstGeom>
          <a:solidFill>
            <a:srgbClr val="22A6B3"/>
          </a:solidFill>
          <a:ln w="6350">
            <a:solidFill>
              <a:srgbClr val="22A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08" name="TextBox 17507">
            <a:extLst>
              <a:ext uri="{FF2B5EF4-FFF2-40B4-BE49-F238E27FC236}">
                <a16:creationId xmlns:a16="http://schemas.microsoft.com/office/drawing/2014/main" id="{8350926A-1935-EB4E-8ED4-A1850A6006CA}"/>
              </a:ext>
            </a:extLst>
          </p:cNvPr>
          <p:cNvSpPr txBox="1"/>
          <p:nvPr/>
        </p:nvSpPr>
        <p:spPr>
          <a:xfrm>
            <a:off x="2340864" y="3051637"/>
            <a:ext cx="182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509" name="TextBox 17508">
            <a:extLst>
              <a:ext uri="{FF2B5EF4-FFF2-40B4-BE49-F238E27FC236}">
                <a16:creationId xmlns:a16="http://schemas.microsoft.com/office/drawing/2014/main" id="{A54263DA-6A39-A201-923A-5226D774AAB1}"/>
              </a:ext>
            </a:extLst>
          </p:cNvPr>
          <p:cNvSpPr txBox="1"/>
          <p:nvPr/>
        </p:nvSpPr>
        <p:spPr>
          <a:xfrm>
            <a:off x="2633472" y="3024205"/>
            <a:ext cx="822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02D3E"/>
                </a:solidFill>
                <a:latin typeface="Aptos"/>
              </a:rPr>
              <a:t>RPC / API
fetch</a:t>
            </a:r>
          </a:p>
        </p:txBody>
      </p:sp>
      <p:cxnSp>
        <p:nvCxnSpPr>
          <p:cNvPr id="17510" name="Connector 31">
            <a:extLst>
              <a:ext uri="{FF2B5EF4-FFF2-40B4-BE49-F238E27FC236}">
                <a16:creationId xmlns:a16="http://schemas.microsoft.com/office/drawing/2014/main" id="{E6FCB7E6-D7E6-15A5-0F2B-47C55F4D35E6}"/>
              </a:ext>
            </a:extLst>
          </p:cNvPr>
          <p:cNvCxnSpPr/>
          <p:nvPr/>
        </p:nvCxnSpPr>
        <p:spPr>
          <a:xfrm>
            <a:off x="3566160" y="3380821"/>
            <a:ext cx="274320" cy="0"/>
          </a:xfrm>
          <a:prstGeom prst="line">
            <a:avLst/>
          </a:prstGeom>
          <a:ln w="19050">
            <a:solidFill>
              <a:srgbClr val="202D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11" name="Rounded Rectangle 32">
            <a:extLst>
              <a:ext uri="{FF2B5EF4-FFF2-40B4-BE49-F238E27FC236}">
                <a16:creationId xmlns:a16="http://schemas.microsoft.com/office/drawing/2014/main" id="{9693E5E4-53A7-EFD2-A952-4386EDC99408}"/>
              </a:ext>
            </a:extLst>
          </p:cNvPr>
          <p:cNvSpPr/>
          <p:nvPr/>
        </p:nvSpPr>
        <p:spPr>
          <a:xfrm>
            <a:off x="3858768" y="2923621"/>
            <a:ext cx="1353312" cy="91440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1F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12" name="Rounded Rectangle 33">
            <a:extLst>
              <a:ext uri="{FF2B5EF4-FFF2-40B4-BE49-F238E27FC236}">
                <a16:creationId xmlns:a16="http://schemas.microsoft.com/office/drawing/2014/main" id="{AAB5AEB3-A5C7-8AE6-7A59-201999A85614}"/>
              </a:ext>
            </a:extLst>
          </p:cNvPr>
          <p:cNvSpPr/>
          <p:nvPr/>
        </p:nvSpPr>
        <p:spPr>
          <a:xfrm>
            <a:off x="3931920" y="3033349"/>
            <a:ext cx="292608" cy="329184"/>
          </a:xfrm>
          <a:prstGeom prst="roundRect">
            <a:avLst/>
          </a:prstGeom>
          <a:solidFill>
            <a:srgbClr val="1F67BE"/>
          </a:solidFill>
          <a:ln w="6350">
            <a:solidFill>
              <a:srgbClr val="1F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13" name="TextBox 17512">
            <a:extLst>
              <a:ext uri="{FF2B5EF4-FFF2-40B4-BE49-F238E27FC236}">
                <a16:creationId xmlns:a16="http://schemas.microsoft.com/office/drawing/2014/main" id="{0081E432-AE7A-251E-6EB2-F8F82D28A925}"/>
              </a:ext>
            </a:extLst>
          </p:cNvPr>
          <p:cNvSpPr txBox="1"/>
          <p:nvPr/>
        </p:nvSpPr>
        <p:spPr>
          <a:xfrm>
            <a:off x="3986783" y="3051637"/>
            <a:ext cx="182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514" name="TextBox 17513">
            <a:extLst>
              <a:ext uri="{FF2B5EF4-FFF2-40B4-BE49-F238E27FC236}">
                <a16:creationId xmlns:a16="http://schemas.microsoft.com/office/drawing/2014/main" id="{AE56EC26-B047-351A-10D2-6A6045EC42F5}"/>
              </a:ext>
            </a:extLst>
          </p:cNvPr>
          <p:cNvSpPr txBox="1"/>
          <p:nvPr/>
        </p:nvSpPr>
        <p:spPr>
          <a:xfrm>
            <a:off x="4279392" y="3024205"/>
            <a:ext cx="822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02D3E"/>
                </a:solidFill>
                <a:latin typeface="Aptos"/>
              </a:rPr>
              <a:t>TX parser</a:t>
            </a:r>
          </a:p>
        </p:txBody>
      </p:sp>
      <p:cxnSp>
        <p:nvCxnSpPr>
          <p:cNvPr id="17515" name="Connector 36">
            <a:extLst>
              <a:ext uri="{FF2B5EF4-FFF2-40B4-BE49-F238E27FC236}">
                <a16:creationId xmlns:a16="http://schemas.microsoft.com/office/drawing/2014/main" id="{691BBDB3-225F-9BC7-93FE-83D22F310C4E}"/>
              </a:ext>
            </a:extLst>
          </p:cNvPr>
          <p:cNvCxnSpPr/>
          <p:nvPr/>
        </p:nvCxnSpPr>
        <p:spPr>
          <a:xfrm>
            <a:off x="5212079" y="3380821"/>
            <a:ext cx="274321" cy="0"/>
          </a:xfrm>
          <a:prstGeom prst="line">
            <a:avLst/>
          </a:prstGeom>
          <a:ln w="19050">
            <a:solidFill>
              <a:srgbClr val="202D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16" name="Rounded Rectangle 37">
            <a:extLst>
              <a:ext uri="{FF2B5EF4-FFF2-40B4-BE49-F238E27FC236}">
                <a16:creationId xmlns:a16="http://schemas.microsoft.com/office/drawing/2014/main" id="{78F70B68-EC35-F3C5-525F-03088C0CBD17}"/>
              </a:ext>
            </a:extLst>
          </p:cNvPr>
          <p:cNvSpPr/>
          <p:nvPr/>
        </p:nvSpPr>
        <p:spPr>
          <a:xfrm>
            <a:off x="5504688" y="2923621"/>
            <a:ext cx="1353312" cy="91440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22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17" name="Rounded Rectangle 38">
            <a:extLst>
              <a:ext uri="{FF2B5EF4-FFF2-40B4-BE49-F238E27FC236}">
                <a16:creationId xmlns:a16="http://schemas.microsoft.com/office/drawing/2014/main" id="{BC2D0C51-AE6B-24EA-5DDE-B43CC86C4A9B}"/>
              </a:ext>
            </a:extLst>
          </p:cNvPr>
          <p:cNvSpPr/>
          <p:nvPr/>
        </p:nvSpPr>
        <p:spPr>
          <a:xfrm>
            <a:off x="5577840" y="3033349"/>
            <a:ext cx="292608" cy="329184"/>
          </a:xfrm>
          <a:prstGeom prst="roundRect">
            <a:avLst/>
          </a:prstGeom>
          <a:solidFill>
            <a:srgbClr val="229168"/>
          </a:solidFill>
          <a:ln w="6350">
            <a:solidFill>
              <a:srgbClr val="22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18" name="TextBox 17517">
            <a:extLst>
              <a:ext uri="{FF2B5EF4-FFF2-40B4-BE49-F238E27FC236}">
                <a16:creationId xmlns:a16="http://schemas.microsoft.com/office/drawing/2014/main" id="{2E72446C-CFC9-93C3-F319-C63F695427E9}"/>
              </a:ext>
            </a:extLst>
          </p:cNvPr>
          <p:cNvSpPr txBox="1"/>
          <p:nvPr/>
        </p:nvSpPr>
        <p:spPr>
          <a:xfrm>
            <a:off x="5632703" y="3051637"/>
            <a:ext cx="182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7519" name="TextBox 17518">
            <a:extLst>
              <a:ext uri="{FF2B5EF4-FFF2-40B4-BE49-F238E27FC236}">
                <a16:creationId xmlns:a16="http://schemas.microsoft.com/office/drawing/2014/main" id="{DD04E295-8090-DB08-4720-AE38801B4281}"/>
              </a:ext>
            </a:extLst>
          </p:cNvPr>
          <p:cNvSpPr txBox="1"/>
          <p:nvPr/>
        </p:nvSpPr>
        <p:spPr>
          <a:xfrm>
            <a:off x="5925312" y="3024205"/>
            <a:ext cx="822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02D3E"/>
                </a:solidFill>
                <a:latin typeface="Aptos"/>
              </a:rPr>
              <a:t>Graph
builder</a:t>
            </a:r>
          </a:p>
        </p:txBody>
      </p:sp>
      <p:cxnSp>
        <p:nvCxnSpPr>
          <p:cNvPr id="17520" name="Connector 41">
            <a:extLst>
              <a:ext uri="{FF2B5EF4-FFF2-40B4-BE49-F238E27FC236}">
                <a16:creationId xmlns:a16="http://schemas.microsoft.com/office/drawing/2014/main" id="{5717CC0A-625C-28DE-8617-AFCD2622CCB5}"/>
              </a:ext>
            </a:extLst>
          </p:cNvPr>
          <p:cNvCxnSpPr/>
          <p:nvPr/>
        </p:nvCxnSpPr>
        <p:spPr>
          <a:xfrm>
            <a:off x="6858000" y="3380821"/>
            <a:ext cx="274320" cy="0"/>
          </a:xfrm>
          <a:prstGeom prst="line">
            <a:avLst/>
          </a:prstGeom>
          <a:ln w="19050">
            <a:solidFill>
              <a:srgbClr val="202D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21" name="Rounded Rectangle 42">
            <a:extLst>
              <a:ext uri="{FF2B5EF4-FFF2-40B4-BE49-F238E27FC236}">
                <a16:creationId xmlns:a16="http://schemas.microsoft.com/office/drawing/2014/main" id="{B9B64819-7C32-CE3A-51FF-DE76D9E1CFCD}"/>
              </a:ext>
            </a:extLst>
          </p:cNvPr>
          <p:cNvSpPr/>
          <p:nvPr/>
        </p:nvSpPr>
        <p:spPr>
          <a:xfrm>
            <a:off x="7150607" y="2923621"/>
            <a:ext cx="1353312" cy="91440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EF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22" name="Rounded Rectangle 43">
            <a:extLst>
              <a:ext uri="{FF2B5EF4-FFF2-40B4-BE49-F238E27FC236}">
                <a16:creationId xmlns:a16="http://schemas.microsoft.com/office/drawing/2014/main" id="{A529C6C7-2946-3C6D-08A3-B41271DF04F9}"/>
              </a:ext>
            </a:extLst>
          </p:cNvPr>
          <p:cNvSpPr/>
          <p:nvPr/>
        </p:nvSpPr>
        <p:spPr>
          <a:xfrm>
            <a:off x="7223759" y="3033349"/>
            <a:ext cx="292608" cy="329184"/>
          </a:xfrm>
          <a:prstGeom prst="roundRect">
            <a:avLst/>
          </a:prstGeom>
          <a:solidFill>
            <a:srgbClr val="EF8B23"/>
          </a:solidFill>
          <a:ln w="6350">
            <a:solidFill>
              <a:srgbClr val="EF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23" name="TextBox 17522">
            <a:extLst>
              <a:ext uri="{FF2B5EF4-FFF2-40B4-BE49-F238E27FC236}">
                <a16:creationId xmlns:a16="http://schemas.microsoft.com/office/drawing/2014/main" id="{E00F6F28-E47A-4F3F-35B9-868A72F2A15C}"/>
              </a:ext>
            </a:extLst>
          </p:cNvPr>
          <p:cNvSpPr txBox="1"/>
          <p:nvPr/>
        </p:nvSpPr>
        <p:spPr>
          <a:xfrm>
            <a:off x="7278623" y="3051637"/>
            <a:ext cx="182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7524" name="TextBox 17523">
            <a:extLst>
              <a:ext uri="{FF2B5EF4-FFF2-40B4-BE49-F238E27FC236}">
                <a16:creationId xmlns:a16="http://schemas.microsoft.com/office/drawing/2014/main" id="{8894C29E-2178-6D2C-23B7-65A12F7B0084}"/>
              </a:ext>
            </a:extLst>
          </p:cNvPr>
          <p:cNvSpPr txBox="1"/>
          <p:nvPr/>
        </p:nvSpPr>
        <p:spPr>
          <a:xfrm>
            <a:off x="7571231" y="3024205"/>
            <a:ext cx="822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02D3E"/>
                </a:solidFill>
                <a:latin typeface="Aptos"/>
              </a:rPr>
              <a:t>DFS / BFS
trace</a:t>
            </a:r>
          </a:p>
        </p:txBody>
      </p:sp>
      <p:cxnSp>
        <p:nvCxnSpPr>
          <p:cNvPr id="17525" name="Connector 46">
            <a:extLst>
              <a:ext uri="{FF2B5EF4-FFF2-40B4-BE49-F238E27FC236}">
                <a16:creationId xmlns:a16="http://schemas.microsoft.com/office/drawing/2014/main" id="{3569A907-F64C-41D8-9BDB-ECB181E9E77E}"/>
              </a:ext>
            </a:extLst>
          </p:cNvPr>
          <p:cNvCxnSpPr/>
          <p:nvPr/>
        </p:nvCxnSpPr>
        <p:spPr>
          <a:xfrm>
            <a:off x="8503919" y="3380821"/>
            <a:ext cx="274321" cy="0"/>
          </a:xfrm>
          <a:prstGeom prst="line">
            <a:avLst/>
          </a:prstGeom>
          <a:ln w="19050">
            <a:solidFill>
              <a:srgbClr val="202D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26" name="Rounded Rectangle 47">
            <a:extLst>
              <a:ext uri="{FF2B5EF4-FFF2-40B4-BE49-F238E27FC236}">
                <a16:creationId xmlns:a16="http://schemas.microsoft.com/office/drawing/2014/main" id="{9013C915-2A4D-982D-D17C-3F2757E709AE}"/>
              </a:ext>
            </a:extLst>
          </p:cNvPr>
          <p:cNvSpPr/>
          <p:nvPr/>
        </p:nvSpPr>
        <p:spPr>
          <a:xfrm>
            <a:off x="8796528" y="2923621"/>
            <a:ext cx="1353312" cy="91440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CD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27" name="Rounded Rectangle 48">
            <a:extLst>
              <a:ext uri="{FF2B5EF4-FFF2-40B4-BE49-F238E27FC236}">
                <a16:creationId xmlns:a16="http://schemas.microsoft.com/office/drawing/2014/main" id="{2778430A-4F35-D52D-452B-CF09F3639567}"/>
              </a:ext>
            </a:extLst>
          </p:cNvPr>
          <p:cNvSpPr/>
          <p:nvPr/>
        </p:nvSpPr>
        <p:spPr>
          <a:xfrm>
            <a:off x="8869680" y="3033349"/>
            <a:ext cx="292608" cy="329184"/>
          </a:xfrm>
          <a:prstGeom prst="roundRect">
            <a:avLst/>
          </a:prstGeom>
          <a:solidFill>
            <a:srgbClr val="CD4242"/>
          </a:solidFill>
          <a:ln w="6350">
            <a:solidFill>
              <a:srgbClr val="CD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28" name="TextBox 17527">
            <a:extLst>
              <a:ext uri="{FF2B5EF4-FFF2-40B4-BE49-F238E27FC236}">
                <a16:creationId xmlns:a16="http://schemas.microsoft.com/office/drawing/2014/main" id="{2782DAF2-0B36-A43C-4B24-C0F11C9C6A68}"/>
              </a:ext>
            </a:extLst>
          </p:cNvPr>
          <p:cNvSpPr txBox="1"/>
          <p:nvPr/>
        </p:nvSpPr>
        <p:spPr>
          <a:xfrm>
            <a:off x="8924544" y="3051637"/>
            <a:ext cx="182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7529" name="TextBox 17528">
            <a:extLst>
              <a:ext uri="{FF2B5EF4-FFF2-40B4-BE49-F238E27FC236}">
                <a16:creationId xmlns:a16="http://schemas.microsoft.com/office/drawing/2014/main" id="{EAEE485A-49C8-2F59-25CE-18B5F7681ED1}"/>
              </a:ext>
            </a:extLst>
          </p:cNvPr>
          <p:cNvSpPr txBox="1"/>
          <p:nvPr/>
        </p:nvSpPr>
        <p:spPr>
          <a:xfrm>
            <a:off x="9217152" y="3024205"/>
            <a:ext cx="822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02D3E"/>
                </a:solidFill>
                <a:latin typeface="Aptos"/>
              </a:rPr>
              <a:t>Accounting</a:t>
            </a:r>
          </a:p>
        </p:txBody>
      </p:sp>
      <p:cxnSp>
        <p:nvCxnSpPr>
          <p:cNvPr id="17530" name="Connector 51">
            <a:extLst>
              <a:ext uri="{FF2B5EF4-FFF2-40B4-BE49-F238E27FC236}">
                <a16:creationId xmlns:a16="http://schemas.microsoft.com/office/drawing/2014/main" id="{66FE58D9-7751-293C-9814-0CA8DCA9C0C5}"/>
              </a:ext>
            </a:extLst>
          </p:cNvPr>
          <p:cNvCxnSpPr/>
          <p:nvPr/>
        </p:nvCxnSpPr>
        <p:spPr>
          <a:xfrm>
            <a:off x="10149840" y="3380821"/>
            <a:ext cx="274319" cy="0"/>
          </a:xfrm>
          <a:prstGeom prst="line">
            <a:avLst/>
          </a:prstGeom>
          <a:ln w="19050">
            <a:solidFill>
              <a:srgbClr val="202D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31" name="Rounded Rectangle 52">
            <a:extLst>
              <a:ext uri="{FF2B5EF4-FFF2-40B4-BE49-F238E27FC236}">
                <a16:creationId xmlns:a16="http://schemas.microsoft.com/office/drawing/2014/main" id="{133174CE-B286-7FB1-1B74-70FAE6E216C7}"/>
              </a:ext>
            </a:extLst>
          </p:cNvPr>
          <p:cNvSpPr/>
          <p:nvPr/>
        </p:nvSpPr>
        <p:spPr>
          <a:xfrm>
            <a:off x="10442448" y="2923621"/>
            <a:ext cx="1353312" cy="91440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22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32" name="Rounded Rectangle 53">
            <a:extLst>
              <a:ext uri="{FF2B5EF4-FFF2-40B4-BE49-F238E27FC236}">
                <a16:creationId xmlns:a16="http://schemas.microsoft.com/office/drawing/2014/main" id="{0B2B1472-A289-1CD8-57AB-72A6133E8BCA}"/>
              </a:ext>
            </a:extLst>
          </p:cNvPr>
          <p:cNvSpPr/>
          <p:nvPr/>
        </p:nvSpPr>
        <p:spPr>
          <a:xfrm>
            <a:off x="10515600" y="3033349"/>
            <a:ext cx="292608" cy="329184"/>
          </a:xfrm>
          <a:prstGeom prst="roundRect">
            <a:avLst/>
          </a:prstGeom>
          <a:solidFill>
            <a:srgbClr val="229168"/>
          </a:solidFill>
          <a:ln w="6350">
            <a:solidFill>
              <a:srgbClr val="22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33" name="TextBox 17532">
            <a:extLst>
              <a:ext uri="{FF2B5EF4-FFF2-40B4-BE49-F238E27FC236}">
                <a16:creationId xmlns:a16="http://schemas.microsoft.com/office/drawing/2014/main" id="{102191C3-41A0-1017-8249-B599FFAC0FCD}"/>
              </a:ext>
            </a:extLst>
          </p:cNvPr>
          <p:cNvSpPr txBox="1"/>
          <p:nvPr/>
        </p:nvSpPr>
        <p:spPr>
          <a:xfrm>
            <a:off x="10570464" y="3051637"/>
            <a:ext cx="182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7534" name="TextBox 17533">
            <a:extLst>
              <a:ext uri="{FF2B5EF4-FFF2-40B4-BE49-F238E27FC236}">
                <a16:creationId xmlns:a16="http://schemas.microsoft.com/office/drawing/2014/main" id="{1780845A-DC4E-6B5C-6D28-5EF0A52691E0}"/>
              </a:ext>
            </a:extLst>
          </p:cNvPr>
          <p:cNvSpPr txBox="1"/>
          <p:nvPr/>
        </p:nvSpPr>
        <p:spPr>
          <a:xfrm>
            <a:off x="10863072" y="3024205"/>
            <a:ext cx="822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02D3E"/>
                </a:solidFill>
                <a:latin typeface="Aptos"/>
              </a:rPr>
              <a:t>Endpoint +
report</a:t>
            </a:r>
          </a:p>
        </p:txBody>
      </p:sp>
      <p:pic>
        <p:nvPicPr>
          <p:cNvPr id="17556" name="Picture 17555">
            <a:extLst>
              <a:ext uri="{FF2B5EF4-FFF2-40B4-BE49-F238E27FC236}">
                <a16:creationId xmlns:a16="http://schemas.microsoft.com/office/drawing/2014/main" id="{25705071-4C7F-D99E-8D53-EBBC4CA2B2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410" y="4387603"/>
            <a:ext cx="5424358" cy="1465578"/>
          </a:xfrm>
          <a:prstGeom prst="rect">
            <a:avLst/>
          </a:prstGeom>
        </p:spPr>
      </p:pic>
      <p:pic>
        <p:nvPicPr>
          <p:cNvPr id="17558" name="Picture 17557">
            <a:extLst>
              <a:ext uri="{FF2B5EF4-FFF2-40B4-BE49-F238E27FC236}">
                <a16:creationId xmlns:a16="http://schemas.microsoft.com/office/drawing/2014/main" id="{3683D025-87EB-1C6B-0918-A71E6B4721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76" y="3947749"/>
            <a:ext cx="7214887" cy="2377593"/>
          </a:xfrm>
          <a:prstGeom prst="rect">
            <a:avLst/>
          </a:prstGeom>
        </p:spPr>
      </p:pic>
      <p:sp>
        <p:nvSpPr>
          <p:cNvPr id="17560" name="TextBox 17559">
            <a:extLst>
              <a:ext uri="{FF2B5EF4-FFF2-40B4-BE49-F238E27FC236}">
                <a16:creationId xmlns:a16="http://schemas.microsoft.com/office/drawing/2014/main" id="{A3D9A34D-B9D6-C622-16FB-53B6CA50604E}"/>
              </a:ext>
            </a:extLst>
          </p:cNvPr>
          <p:cNvSpPr txBox="1"/>
          <p:nvPr/>
        </p:nvSpPr>
        <p:spPr>
          <a:xfrm>
            <a:off x="7401072" y="4210038"/>
            <a:ext cx="37367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0F233E"/>
                </a:solidFill>
              </a:rPr>
              <a:t>INVESTIGATIVE OUTPUT</a:t>
            </a:r>
          </a:p>
        </p:txBody>
      </p:sp>
      <p:sp>
        <p:nvSpPr>
          <p:cNvPr id="17562" name="Rounded Rectangle 17479">
            <a:extLst>
              <a:ext uri="{FF2B5EF4-FFF2-40B4-BE49-F238E27FC236}">
                <a16:creationId xmlns:a16="http://schemas.microsoft.com/office/drawing/2014/main" id="{BA69D1F0-729B-5D13-A570-BCD27DBF812C}"/>
              </a:ext>
            </a:extLst>
          </p:cNvPr>
          <p:cNvSpPr/>
          <p:nvPr/>
        </p:nvSpPr>
        <p:spPr>
          <a:xfrm>
            <a:off x="7461503" y="4578727"/>
            <a:ext cx="3736774" cy="151085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6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 b="1" dirty="0">
                <a:solidFill>
                  <a:srgbClr val="2D3746"/>
                </a:solidFill>
              </a:rPr>
              <a:t>TRACE SUMMARY
</a:t>
            </a:r>
            <a:r>
              <a:rPr lang="en-IN" sz="1400" b="1" dirty="0">
                <a:solidFill>
                  <a:srgbClr val="2D3746"/>
                </a:solidFill>
              </a:rPr>
              <a:t>• </a:t>
            </a:r>
            <a:r>
              <a:rPr sz="1400" b="1" dirty="0">
                <a:solidFill>
                  <a:srgbClr val="2D3746"/>
                </a:solidFill>
              </a:rPr>
              <a:t>10.00 ETH initial  </a:t>
            </a:r>
            <a:endParaRPr lang="en-IN" sz="1400" b="1" dirty="0">
              <a:solidFill>
                <a:srgbClr val="2D3746"/>
              </a:solidFill>
            </a:endParaRPr>
          </a:p>
          <a:p>
            <a:r>
              <a:rPr lang="en-IN" sz="1400" b="1" dirty="0">
                <a:solidFill>
                  <a:srgbClr val="2D3746"/>
                </a:solidFill>
              </a:rPr>
              <a:t>• </a:t>
            </a:r>
            <a:r>
              <a:rPr sz="1400" b="1" dirty="0">
                <a:solidFill>
                  <a:srgbClr val="2D3746"/>
                </a:solidFill>
              </a:rPr>
              <a:t>8.70 ETH tracked
</a:t>
            </a:r>
            <a:r>
              <a:rPr lang="en-IN" sz="1400" b="1" dirty="0">
                <a:solidFill>
                  <a:srgbClr val="2D3746"/>
                </a:solidFill>
              </a:rPr>
              <a:t>• </a:t>
            </a:r>
            <a:r>
              <a:rPr sz="1400" b="1" dirty="0">
                <a:solidFill>
                  <a:srgbClr val="2D3746"/>
                </a:solidFill>
              </a:rPr>
              <a:t>1.30 ETH unaccounted  
</a:t>
            </a:r>
            <a:r>
              <a:rPr lang="en-IN" sz="1400" b="1" dirty="0">
                <a:solidFill>
                  <a:srgbClr val="2D3746"/>
                </a:solidFill>
              </a:rPr>
              <a:t>• </a:t>
            </a:r>
            <a:r>
              <a:rPr sz="1400" b="1" dirty="0">
                <a:solidFill>
                  <a:srgbClr val="2D3746"/>
                </a:solidFill>
              </a:rPr>
              <a:t>Endpoint: KNOWN SERVICE / UNKNOWN</a:t>
            </a:r>
          </a:p>
        </p:txBody>
      </p:sp>
      <p:pic>
        <p:nvPicPr>
          <p:cNvPr id="17564" name="Picture 17563" descr="Python Laptop Sticker - Just Stickers : Just Stickers">
            <a:extLst>
              <a:ext uri="{FF2B5EF4-FFF2-40B4-BE49-F238E27FC236}">
                <a16:creationId xmlns:a16="http://schemas.microsoft.com/office/drawing/2014/main" id="{80DA36CC-125E-0810-E72E-EBF5F0D26B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318" y="1712023"/>
            <a:ext cx="172234" cy="172234"/>
          </a:xfrm>
          <a:prstGeom prst="rect">
            <a:avLst/>
          </a:prstGeom>
        </p:spPr>
      </p:pic>
      <p:pic>
        <p:nvPicPr>
          <p:cNvPr id="17566" name="Graphic 17565" descr="Connections with solid fill">
            <a:extLst>
              <a:ext uri="{FF2B5EF4-FFF2-40B4-BE49-F238E27FC236}">
                <a16:creationId xmlns:a16="http://schemas.microsoft.com/office/drawing/2014/main" id="{5119CEE7-0EE6-7C28-877C-D838215BD2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1313" y="1884257"/>
            <a:ext cx="220244" cy="220244"/>
          </a:xfrm>
          <a:prstGeom prst="rect">
            <a:avLst/>
          </a:prstGeom>
        </p:spPr>
      </p:pic>
      <p:pic>
        <p:nvPicPr>
          <p:cNvPr id="17568" name="Picture 17567">
            <a:extLst>
              <a:ext uri="{FF2B5EF4-FFF2-40B4-BE49-F238E27FC236}">
                <a16:creationId xmlns:a16="http://schemas.microsoft.com/office/drawing/2014/main" id="{E531B31E-45C3-B326-0A5F-25EC03025B4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750" y="2074693"/>
            <a:ext cx="178379" cy="17837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18692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CYPHERX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B786A9B-79F4-D2E0-84A5-AF0141259A3C}"/>
              </a:ext>
            </a:extLst>
          </p:cNvPr>
          <p:cNvSpPr txBox="1"/>
          <p:nvPr/>
        </p:nvSpPr>
        <p:spPr>
          <a:xfrm>
            <a:off x="777732" y="1265806"/>
            <a:ext cx="10058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82334"/>
                </a:solidFill>
                <a:latin typeface="Arial"/>
              </a:rPr>
              <a:t>Why this is feasible</a:t>
            </a:r>
          </a:p>
        </p:txBody>
      </p:sp>
      <p:sp>
        <p:nvSpPr>
          <p:cNvPr id="5" name="Rounded Rectangle 17410">
            <a:extLst>
              <a:ext uri="{FF2B5EF4-FFF2-40B4-BE49-F238E27FC236}">
                <a16:creationId xmlns:a16="http://schemas.microsoft.com/office/drawing/2014/main" id="{8CD53907-49FC-1717-1471-46ED1DFEF0C3}"/>
              </a:ext>
            </a:extLst>
          </p:cNvPr>
          <p:cNvSpPr/>
          <p:nvPr/>
        </p:nvSpPr>
        <p:spPr>
          <a:xfrm>
            <a:off x="777732" y="1604134"/>
            <a:ext cx="3154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A8700F-4A23-2254-4657-E7864733FA4B}"/>
              </a:ext>
            </a:extLst>
          </p:cNvPr>
          <p:cNvSpPr/>
          <p:nvPr/>
        </p:nvSpPr>
        <p:spPr>
          <a:xfrm>
            <a:off x="777732" y="1604134"/>
            <a:ext cx="54864" cy="1234440"/>
          </a:xfrm>
          <a:prstGeom prst="rect">
            <a:avLst/>
          </a:prstGeom>
          <a:solidFill>
            <a:srgbClr val="28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5B8B01-B634-5DC3-6F62-DFD65B467EE0}"/>
              </a:ext>
            </a:extLst>
          </p:cNvPr>
          <p:cNvSpPr txBox="1"/>
          <p:nvPr/>
        </p:nvSpPr>
        <p:spPr>
          <a:xfrm>
            <a:off x="905748" y="1677286"/>
            <a:ext cx="2953512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2334"/>
                </a:solidFill>
                <a:latin typeface="Arial"/>
              </a:rPr>
              <a:t>Data availability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3D8B5E-380B-5B50-37D8-2874F81C67F7}"/>
              </a:ext>
            </a:extLst>
          </p:cNvPr>
          <p:cNvSpPr txBox="1"/>
          <p:nvPr/>
        </p:nvSpPr>
        <p:spPr>
          <a:xfrm>
            <a:off x="905748" y="1969894"/>
            <a:ext cx="2953512" cy="4308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IN" sz="1100" b="0" dirty="0">
                <a:solidFill>
                  <a:srgbClr val="334155"/>
                </a:solidFill>
                <a:latin typeface="Arial"/>
              </a:rPr>
              <a:t>1. </a:t>
            </a:r>
            <a:r>
              <a:rPr sz="1100" b="0" dirty="0">
                <a:solidFill>
                  <a:srgbClr val="334155"/>
                </a:solidFill>
                <a:latin typeface="Arial"/>
              </a:rPr>
              <a:t>Public blockchain history exposes transaction movement needed for tracing.</a:t>
            </a:r>
          </a:p>
        </p:txBody>
      </p:sp>
      <p:sp>
        <p:nvSpPr>
          <p:cNvPr id="18" name="Rounded Rectangle 17414">
            <a:extLst>
              <a:ext uri="{FF2B5EF4-FFF2-40B4-BE49-F238E27FC236}">
                <a16:creationId xmlns:a16="http://schemas.microsoft.com/office/drawing/2014/main" id="{294DDF7A-1455-E743-F58F-0A1C7495791C}"/>
              </a:ext>
            </a:extLst>
          </p:cNvPr>
          <p:cNvSpPr/>
          <p:nvPr/>
        </p:nvSpPr>
        <p:spPr>
          <a:xfrm>
            <a:off x="4115291" y="1604134"/>
            <a:ext cx="3154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6457544-3171-323B-D7B8-D8CD65AFBC8F}"/>
              </a:ext>
            </a:extLst>
          </p:cNvPr>
          <p:cNvSpPr/>
          <p:nvPr/>
        </p:nvSpPr>
        <p:spPr>
          <a:xfrm>
            <a:off x="4115291" y="1604134"/>
            <a:ext cx="54864" cy="1234440"/>
          </a:xfrm>
          <a:prstGeom prst="rect">
            <a:avLst/>
          </a:prstGeom>
          <a:solidFill>
            <a:srgbClr val="28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A6B160-A796-84E9-1C14-799215C1CD5D}"/>
              </a:ext>
            </a:extLst>
          </p:cNvPr>
          <p:cNvSpPr txBox="1"/>
          <p:nvPr/>
        </p:nvSpPr>
        <p:spPr>
          <a:xfrm>
            <a:off x="4243307" y="1677286"/>
            <a:ext cx="2953512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2334"/>
                </a:solidFill>
                <a:latin typeface="Arial"/>
              </a:rPr>
              <a:t>Software feasibility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E5CA8C-350F-857F-E90E-2D7C4B01CF0B}"/>
              </a:ext>
            </a:extLst>
          </p:cNvPr>
          <p:cNvSpPr txBox="1"/>
          <p:nvPr/>
        </p:nvSpPr>
        <p:spPr>
          <a:xfrm>
            <a:off x="4243307" y="1969894"/>
            <a:ext cx="2953512" cy="6001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dirty="0">
                <a:solidFill>
                  <a:srgbClr val="334155"/>
                </a:solidFill>
                <a:latin typeface="Arial"/>
              </a:rPr>
              <a:t>Python + Web3/RPC access + graph traversal are enough for a working MVP.</a:t>
            </a:r>
            <a:endParaRPr lang="en-IN" sz="1100" b="0" dirty="0">
              <a:solidFill>
                <a:srgbClr val="334155"/>
              </a:solidFill>
              <a:latin typeface="Arial"/>
            </a:endParaRPr>
          </a:p>
          <a:p>
            <a:pPr algn="l"/>
            <a:endParaRPr sz="1100" b="0" dirty="0">
              <a:solidFill>
                <a:srgbClr val="334155"/>
              </a:solidFill>
              <a:latin typeface="Arial"/>
            </a:endParaRPr>
          </a:p>
        </p:txBody>
      </p:sp>
      <p:sp>
        <p:nvSpPr>
          <p:cNvPr id="26" name="Rounded Rectangle 17418">
            <a:extLst>
              <a:ext uri="{FF2B5EF4-FFF2-40B4-BE49-F238E27FC236}">
                <a16:creationId xmlns:a16="http://schemas.microsoft.com/office/drawing/2014/main" id="{B19909E2-0AE5-BC8A-0B3C-F686A6FB271D}"/>
              </a:ext>
            </a:extLst>
          </p:cNvPr>
          <p:cNvSpPr/>
          <p:nvPr/>
        </p:nvSpPr>
        <p:spPr>
          <a:xfrm>
            <a:off x="7452852" y="1604134"/>
            <a:ext cx="3154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F119FED-7A71-D20E-04D2-C6553B8A1321}"/>
              </a:ext>
            </a:extLst>
          </p:cNvPr>
          <p:cNvSpPr/>
          <p:nvPr/>
        </p:nvSpPr>
        <p:spPr>
          <a:xfrm>
            <a:off x="7452852" y="1604134"/>
            <a:ext cx="54864" cy="1234440"/>
          </a:xfrm>
          <a:prstGeom prst="rect">
            <a:avLst/>
          </a:prstGeom>
          <a:solidFill>
            <a:srgbClr val="DC8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7756840-9DE7-A7A6-0832-B1CB8B703512}"/>
              </a:ext>
            </a:extLst>
          </p:cNvPr>
          <p:cNvSpPr txBox="1"/>
          <p:nvPr/>
        </p:nvSpPr>
        <p:spPr>
          <a:xfrm>
            <a:off x="7580868" y="1677286"/>
            <a:ext cx="2953512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2334"/>
                </a:solidFill>
                <a:latin typeface="Arial"/>
              </a:rPr>
              <a:t>Modular growth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0C5F74F-48A1-39AD-27DD-AE33FFFAEAE2}"/>
              </a:ext>
            </a:extLst>
          </p:cNvPr>
          <p:cNvSpPr txBox="1"/>
          <p:nvPr/>
        </p:nvSpPr>
        <p:spPr>
          <a:xfrm>
            <a:off x="7580868" y="1969894"/>
            <a:ext cx="2953512" cy="93871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IN" sz="1100" b="0" dirty="0">
                <a:solidFill>
                  <a:srgbClr val="334155"/>
                </a:solidFill>
                <a:latin typeface="Arial"/>
              </a:rPr>
              <a:t>1. </a:t>
            </a:r>
            <a:r>
              <a:rPr sz="1100" b="0" dirty="0">
                <a:solidFill>
                  <a:srgbClr val="334155"/>
                </a:solidFill>
                <a:latin typeface="Arial"/>
              </a:rPr>
              <a:t>Start with ETH wallet transfers; add tokens, contracts, attribution and cross-chain later.</a:t>
            </a:r>
            <a:endParaRPr lang="en-IN" sz="1100" b="0" dirty="0">
              <a:solidFill>
                <a:srgbClr val="334155"/>
              </a:solidFill>
              <a:latin typeface="Arial"/>
            </a:endParaRPr>
          </a:p>
          <a:p>
            <a:r>
              <a:rPr lang="en-US" sz="1100" dirty="0"/>
              <a:t>2. Transaction history can be programmatically queried</a:t>
            </a:r>
            <a:endParaRPr lang="en-IN" sz="1100" dirty="0"/>
          </a:p>
          <a:p>
            <a:pPr algn="l"/>
            <a:endParaRPr sz="1100" b="0" dirty="0">
              <a:solidFill>
                <a:srgbClr val="334155"/>
              </a:solidFill>
              <a:latin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FA6B400-A161-FF39-B241-A5FBC655C850}"/>
              </a:ext>
            </a:extLst>
          </p:cNvPr>
          <p:cNvSpPr txBox="1"/>
          <p:nvPr/>
        </p:nvSpPr>
        <p:spPr>
          <a:xfrm>
            <a:off x="773406" y="2989733"/>
            <a:ext cx="27432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02D3E"/>
                </a:solidFill>
                <a:latin typeface="Aptos"/>
              </a:rPr>
              <a:t>CHALLENGE → MITIGATION</a:t>
            </a:r>
          </a:p>
        </p:txBody>
      </p:sp>
      <p:sp>
        <p:nvSpPr>
          <p:cNvPr id="34" name="Rounded Rectangle 18">
            <a:extLst>
              <a:ext uri="{FF2B5EF4-FFF2-40B4-BE49-F238E27FC236}">
                <a16:creationId xmlns:a16="http://schemas.microsoft.com/office/drawing/2014/main" id="{F57E5195-3669-1419-E5B0-01B24EB59EC4}"/>
              </a:ext>
            </a:extLst>
          </p:cNvPr>
          <p:cNvSpPr/>
          <p:nvPr/>
        </p:nvSpPr>
        <p:spPr>
          <a:xfrm>
            <a:off x="773406" y="3365976"/>
            <a:ext cx="2788920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D75A81E-507E-BD2D-FF9C-FF45FCA0834E}"/>
              </a:ext>
            </a:extLst>
          </p:cNvPr>
          <p:cNvSpPr txBox="1"/>
          <p:nvPr/>
        </p:nvSpPr>
        <p:spPr>
          <a:xfrm>
            <a:off x="892278" y="3411695"/>
            <a:ext cx="2514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02D3E"/>
                </a:solidFill>
                <a:latin typeface="Aptos"/>
              </a:rPr>
              <a:t>API / rate limits</a:t>
            </a:r>
          </a:p>
        </p:txBody>
      </p:sp>
      <p:cxnSp>
        <p:nvCxnSpPr>
          <p:cNvPr id="36" name="Connector 20">
            <a:extLst>
              <a:ext uri="{FF2B5EF4-FFF2-40B4-BE49-F238E27FC236}">
                <a16:creationId xmlns:a16="http://schemas.microsoft.com/office/drawing/2014/main" id="{2595BD6A-0A4A-FFD2-8887-D219012D9B4B}"/>
              </a:ext>
            </a:extLst>
          </p:cNvPr>
          <p:cNvCxnSpPr>
            <a:cxnSpLocks/>
          </p:cNvCxnSpPr>
          <p:nvPr/>
        </p:nvCxnSpPr>
        <p:spPr>
          <a:xfrm>
            <a:off x="3589758" y="3562572"/>
            <a:ext cx="457200" cy="0"/>
          </a:xfrm>
          <a:prstGeom prst="line">
            <a:avLst/>
          </a:prstGeom>
          <a:ln w="19050">
            <a:solidFill>
              <a:srgbClr val="1F6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21">
            <a:extLst>
              <a:ext uri="{FF2B5EF4-FFF2-40B4-BE49-F238E27FC236}">
                <a16:creationId xmlns:a16="http://schemas.microsoft.com/office/drawing/2014/main" id="{EF7275C8-F2EF-C486-BE2C-D4DD7A915929}"/>
              </a:ext>
            </a:extLst>
          </p:cNvPr>
          <p:cNvSpPr/>
          <p:nvPr/>
        </p:nvSpPr>
        <p:spPr>
          <a:xfrm>
            <a:off x="4092678" y="3365976"/>
            <a:ext cx="5715000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709618C-9D81-9428-EA5C-2BA9FB0D2656}"/>
              </a:ext>
            </a:extLst>
          </p:cNvPr>
          <p:cNvSpPr txBox="1"/>
          <p:nvPr/>
        </p:nvSpPr>
        <p:spPr>
          <a:xfrm>
            <a:off x="4229838" y="3411695"/>
            <a:ext cx="5440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5B697A"/>
                </a:solidFill>
                <a:latin typeface="Aptos"/>
              </a:rPr>
              <a:t>Caching, retries, bounded queries</a:t>
            </a:r>
          </a:p>
        </p:txBody>
      </p:sp>
      <p:sp>
        <p:nvSpPr>
          <p:cNvPr id="39" name="Rounded Rectangle 23">
            <a:extLst>
              <a:ext uri="{FF2B5EF4-FFF2-40B4-BE49-F238E27FC236}">
                <a16:creationId xmlns:a16="http://schemas.microsoft.com/office/drawing/2014/main" id="{3B1286CD-FE17-832C-9351-FB83BF903C5C}"/>
              </a:ext>
            </a:extLst>
          </p:cNvPr>
          <p:cNvSpPr/>
          <p:nvPr/>
        </p:nvSpPr>
        <p:spPr>
          <a:xfrm>
            <a:off x="773406" y="3823176"/>
            <a:ext cx="2788920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8A2B527-3720-6EEC-30DF-7A36DB4EBEF3}"/>
              </a:ext>
            </a:extLst>
          </p:cNvPr>
          <p:cNvSpPr txBox="1"/>
          <p:nvPr/>
        </p:nvSpPr>
        <p:spPr>
          <a:xfrm>
            <a:off x="892278" y="3868895"/>
            <a:ext cx="2514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02D3E"/>
                </a:solidFill>
                <a:latin typeface="Aptos"/>
              </a:rPr>
              <a:t>Fund splits + cycles</a:t>
            </a:r>
          </a:p>
        </p:txBody>
      </p:sp>
      <p:cxnSp>
        <p:nvCxnSpPr>
          <p:cNvPr id="41" name="Connector 25">
            <a:extLst>
              <a:ext uri="{FF2B5EF4-FFF2-40B4-BE49-F238E27FC236}">
                <a16:creationId xmlns:a16="http://schemas.microsoft.com/office/drawing/2014/main" id="{096E43E7-A55C-B7F3-C30F-9C737B848DF4}"/>
              </a:ext>
            </a:extLst>
          </p:cNvPr>
          <p:cNvCxnSpPr>
            <a:cxnSpLocks/>
          </p:cNvCxnSpPr>
          <p:nvPr/>
        </p:nvCxnSpPr>
        <p:spPr>
          <a:xfrm>
            <a:off x="3589758" y="4019772"/>
            <a:ext cx="457200" cy="0"/>
          </a:xfrm>
          <a:prstGeom prst="line">
            <a:avLst/>
          </a:prstGeom>
          <a:ln w="19050">
            <a:solidFill>
              <a:srgbClr val="2291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26">
            <a:extLst>
              <a:ext uri="{FF2B5EF4-FFF2-40B4-BE49-F238E27FC236}">
                <a16:creationId xmlns:a16="http://schemas.microsoft.com/office/drawing/2014/main" id="{65897B94-1558-15A3-2433-670BE3036DA0}"/>
              </a:ext>
            </a:extLst>
          </p:cNvPr>
          <p:cNvSpPr/>
          <p:nvPr/>
        </p:nvSpPr>
        <p:spPr>
          <a:xfrm>
            <a:off x="4092678" y="3823176"/>
            <a:ext cx="5715000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B2BBF8C-11B9-D429-FE22-BF7365628891}"/>
              </a:ext>
            </a:extLst>
          </p:cNvPr>
          <p:cNvSpPr txBox="1"/>
          <p:nvPr/>
        </p:nvSpPr>
        <p:spPr>
          <a:xfrm>
            <a:off x="4229838" y="3868895"/>
            <a:ext cx="5440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5B697A"/>
                </a:solidFill>
                <a:latin typeface="Aptos"/>
              </a:rPr>
              <a:t>Visited set + maximum depth</a:t>
            </a:r>
          </a:p>
        </p:txBody>
      </p:sp>
      <p:sp>
        <p:nvSpPr>
          <p:cNvPr id="44" name="Rounded Rectangle 28">
            <a:extLst>
              <a:ext uri="{FF2B5EF4-FFF2-40B4-BE49-F238E27FC236}">
                <a16:creationId xmlns:a16="http://schemas.microsoft.com/office/drawing/2014/main" id="{8FF5F336-2867-44E2-DFB2-36296F1D9532}"/>
              </a:ext>
            </a:extLst>
          </p:cNvPr>
          <p:cNvSpPr/>
          <p:nvPr/>
        </p:nvSpPr>
        <p:spPr>
          <a:xfrm>
            <a:off x="773406" y="4280376"/>
            <a:ext cx="2788920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CC84D71-245E-1A02-1292-8339B22CCDE3}"/>
              </a:ext>
            </a:extLst>
          </p:cNvPr>
          <p:cNvSpPr txBox="1"/>
          <p:nvPr/>
        </p:nvSpPr>
        <p:spPr>
          <a:xfrm>
            <a:off x="892278" y="4326095"/>
            <a:ext cx="2514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02D3E"/>
                </a:solidFill>
                <a:latin typeface="Aptos"/>
              </a:rPr>
              <a:t>Gas / unrelated funds</a:t>
            </a:r>
          </a:p>
        </p:txBody>
      </p:sp>
      <p:cxnSp>
        <p:nvCxnSpPr>
          <p:cNvPr id="46" name="Connector 30">
            <a:extLst>
              <a:ext uri="{FF2B5EF4-FFF2-40B4-BE49-F238E27FC236}">
                <a16:creationId xmlns:a16="http://schemas.microsoft.com/office/drawing/2014/main" id="{016CB84F-0C9D-48AE-6201-F7964A5FEF79}"/>
              </a:ext>
            </a:extLst>
          </p:cNvPr>
          <p:cNvCxnSpPr>
            <a:cxnSpLocks/>
          </p:cNvCxnSpPr>
          <p:nvPr/>
        </p:nvCxnSpPr>
        <p:spPr>
          <a:xfrm>
            <a:off x="3589758" y="4476972"/>
            <a:ext cx="457200" cy="0"/>
          </a:xfrm>
          <a:prstGeom prst="line">
            <a:avLst/>
          </a:prstGeom>
          <a:ln w="19050">
            <a:solidFill>
              <a:srgbClr val="EF8B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31">
            <a:extLst>
              <a:ext uri="{FF2B5EF4-FFF2-40B4-BE49-F238E27FC236}">
                <a16:creationId xmlns:a16="http://schemas.microsoft.com/office/drawing/2014/main" id="{21FE1BCB-21B0-32A0-5522-DD3767CB1D2F}"/>
              </a:ext>
            </a:extLst>
          </p:cNvPr>
          <p:cNvSpPr/>
          <p:nvPr/>
        </p:nvSpPr>
        <p:spPr>
          <a:xfrm>
            <a:off x="4092678" y="4280376"/>
            <a:ext cx="5715000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C8AF765-FD20-D216-AACE-0FFD79F64D99}"/>
              </a:ext>
            </a:extLst>
          </p:cNvPr>
          <p:cNvSpPr txBox="1"/>
          <p:nvPr/>
        </p:nvSpPr>
        <p:spPr>
          <a:xfrm>
            <a:off x="4229838" y="4326095"/>
            <a:ext cx="5440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5B697A"/>
                </a:solidFill>
                <a:latin typeface="Aptos"/>
              </a:rPr>
              <a:t>Separate stolen-flow accounting</a:t>
            </a:r>
          </a:p>
        </p:txBody>
      </p:sp>
      <p:sp>
        <p:nvSpPr>
          <p:cNvPr id="49" name="Rounded Rectangle 33">
            <a:extLst>
              <a:ext uri="{FF2B5EF4-FFF2-40B4-BE49-F238E27FC236}">
                <a16:creationId xmlns:a16="http://schemas.microsoft.com/office/drawing/2014/main" id="{8B3B2DC8-3910-9288-5E52-EA2F09060F5B}"/>
              </a:ext>
            </a:extLst>
          </p:cNvPr>
          <p:cNvSpPr/>
          <p:nvPr/>
        </p:nvSpPr>
        <p:spPr>
          <a:xfrm>
            <a:off x="773406" y="4737576"/>
            <a:ext cx="2788920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9B8A2A9-FECA-D702-EB84-FDEF1B374CC6}"/>
              </a:ext>
            </a:extLst>
          </p:cNvPr>
          <p:cNvSpPr txBox="1"/>
          <p:nvPr/>
        </p:nvSpPr>
        <p:spPr>
          <a:xfrm>
            <a:off x="892278" y="4783296"/>
            <a:ext cx="2514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02D3E"/>
                </a:solidFill>
                <a:latin typeface="Aptos"/>
              </a:rPr>
              <a:t>Contracts / DEX complexity</a:t>
            </a:r>
          </a:p>
        </p:txBody>
      </p:sp>
      <p:cxnSp>
        <p:nvCxnSpPr>
          <p:cNvPr id="51" name="Connector 35">
            <a:extLst>
              <a:ext uri="{FF2B5EF4-FFF2-40B4-BE49-F238E27FC236}">
                <a16:creationId xmlns:a16="http://schemas.microsoft.com/office/drawing/2014/main" id="{4AC81539-4FD3-39FE-F6E9-390710DB033C}"/>
              </a:ext>
            </a:extLst>
          </p:cNvPr>
          <p:cNvCxnSpPr>
            <a:cxnSpLocks/>
          </p:cNvCxnSpPr>
          <p:nvPr/>
        </p:nvCxnSpPr>
        <p:spPr>
          <a:xfrm>
            <a:off x="3589758" y="4934172"/>
            <a:ext cx="457200" cy="0"/>
          </a:xfrm>
          <a:prstGeom prst="line">
            <a:avLst/>
          </a:prstGeom>
          <a:ln w="19050">
            <a:solidFill>
              <a:srgbClr val="CD42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36">
            <a:extLst>
              <a:ext uri="{FF2B5EF4-FFF2-40B4-BE49-F238E27FC236}">
                <a16:creationId xmlns:a16="http://schemas.microsoft.com/office/drawing/2014/main" id="{FBF5D967-0D4F-31ED-6C10-E018E5116E1F}"/>
              </a:ext>
            </a:extLst>
          </p:cNvPr>
          <p:cNvSpPr/>
          <p:nvPr/>
        </p:nvSpPr>
        <p:spPr>
          <a:xfrm>
            <a:off x="4092678" y="4737576"/>
            <a:ext cx="5715000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B9670ED-E834-5F2D-F3DF-FEC7616575D4}"/>
              </a:ext>
            </a:extLst>
          </p:cNvPr>
          <p:cNvSpPr txBox="1"/>
          <p:nvPr/>
        </p:nvSpPr>
        <p:spPr>
          <a:xfrm>
            <a:off x="4229838" y="4783296"/>
            <a:ext cx="5440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5B697A"/>
                </a:solidFill>
                <a:latin typeface="Aptos"/>
              </a:rPr>
              <a:t>Keep V1 wallet-to-wallet ETH</a:t>
            </a:r>
          </a:p>
        </p:txBody>
      </p:sp>
      <p:sp>
        <p:nvSpPr>
          <p:cNvPr id="54" name="Rounded Rectangle 38">
            <a:extLst>
              <a:ext uri="{FF2B5EF4-FFF2-40B4-BE49-F238E27FC236}">
                <a16:creationId xmlns:a16="http://schemas.microsoft.com/office/drawing/2014/main" id="{BF258F6A-8A07-A334-31CE-D9C3C7FE3B35}"/>
              </a:ext>
            </a:extLst>
          </p:cNvPr>
          <p:cNvSpPr/>
          <p:nvPr/>
        </p:nvSpPr>
        <p:spPr>
          <a:xfrm>
            <a:off x="773406" y="5194776"/>
            <a:ext cx="2788920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FBA8EE8-7B82-C516-2926-DD2157A92128}"/>
              </a:ext>
            </a:extLst>
          </p:cNvPr>
          <p:cNvSpPr txBox="1"/>
          <p:nvPr/>
        </p:nvSpPr>
        <p:spPr>
          <a:xfrm>
            <a:off x="892278" y="5240496"/>
            <a:ext cx="2514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02D3E"/>
                </a:solidFill>
                <a:latin typeface="Aptos"/>
              </a:rPr>
              <a:t>Attribution uncertainty</a:t>
            </a:r>
          </a:p>
        </p:txBody>
      </p:sp>
      <p:cxnSp>
        <p:nvCxnSpPr>
          <p:cNvPr id="56" name="Connector 40">
            <a:extLst>
              <a:ext uri="{FF2B5EF4-FFF2-40B4-BE49-F238E27FC236}">
                <a16:creationId xmlns:a16="http://schemas.microsoft.com/office/drawing/2014/main" id="{14FA76AE-948E-510E-D6A0-6FE4616D7E67}"/>
              </a:ext>
            </a:extLst>
          </p:cNvPr>
          <p:cNvCxnSpPr>
            <a:cxnSpLocks/>
          </p:cNvCxnSpPr>
          <p:nvPr/>
        </p:nvCxnSpPr>
        <p:spPr>
          <a:xfrm>
            <a:off x="3589758" y="5391372"/>
            <a:ext cx="457200" cy="0"/>
          </a:xfrm>
          <a:prstGeom prst="line">
            <a:avLst/>
          </a:prstGeom>
          <a:ln w="19050">
            <a:solidFill>
              <a:srgbClr val="22A6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41">
            <a:extLst>
              <a:ext uri="{FF2B5EF4-FFF2-40B4-BE49-F238E27FC236}">
                <a16:creationId xmlns:a16="http://schemas.microsoft.com/office/drawing/2014/main" id="{063977C9-437F-1CF7-4227-33275ADB9C01}"/>
              </a:ext>
            </a:extLst>
          </p:cNvPr>
          <p:cNvSpPr/>
          <p:nvPr/>
        </p:nvSpPr>
        <p:spPr>
          <a:xfrm>
            <a:off x="4092678" y="5194776"/>
            <a:ext cx="5715000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A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C90F9F4-B7CF-0BA4-C599-13EAA30623AA}"/>
              </a:ext>
            </a:extLst>
          </p:cNvPr>
          <p:cNvSpPr txBox="1"/>
          <p:nvPr/>
        </p:nvSpPr>
        <p:spPr>
          <a:xfrm>
            <a:off x="4229838" y="5240496"/>
            <a:ext cx="5440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5B697A"/>
                </a:solidFill>
                <a:latin typeface="Aptos"/>
              </a:rPr>
              <a:t>Service label + confidence + evidence</a:t>
            </a:r>
          </a:p>
        </p:txBody>
      </p:sp>
      <p:sp>
        <p:nvSpPr>
          <p:cNvPr id="59" name="Rounded Rectangle 43">
            <a:extLst>
              <a:ext uri="{FF2B5EF4-FFF2-40B4-BE49-F238E27FC236}">
                <a16:creationId xmlns:a16="http://schemas.microsoft.com/office/drawing/2014/main" id="{729602A3-F999-6BCC-9FB6-0CB558D6FCF3}"/>
              </a:ext>
            </a:extLst>
          </p:cNvPr>
          <p:cNvSpPr/>
          <p:nvPr/>
        </p:nvSpPr>
        <p:spPr>
          <a:xfrm>
            <a:off x="773406" y="5651976"/>
            <a:ext cx="2788920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27B590B-C8BE-2B27-2C6E-553602215B6C}"/>
              </a:ext>
            </a:extLst>
          </p:cNvPr>
          <p:cNvSpPr txBox="1"/>
          <p:nvPr/>
        </p:nvSpPr>
        <p:spPr>
          <a:xfrm>
            <a:off x="892278" y="5697696"/>
            <a:ext cx="2514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02D3E"/>
                </a:solidFill>
                <a:latin typeface="Aptos"/>
              </a:rPr>
              <a:t>Cross-chain movement</a:t>
            </a:r>
          </a:p>
        </p:txBody>
      </p:sp>
      <p:cxnSp>
        <p:nvCxnSpPr>
          <p:cNvPr id="61" name="Connector 45">
            <a:extLst>
              <a:ext uri="{FF2B5EF4-FFF2-40B4-BE49-F238E27FC236}">
                <a16:creationId xmlns:a16="http://schemas.microsoft.com/office/drawing/2014/main" id="{2AA99920-5E68-81E3-0FE3-0B574E8D5BF0}"/>
              </a:ext>
            </a:extLst>
          </p:cNvPr>
          <p:cNvCxnSpPr>
            <a:cxnSpLocks/>
          </p:cNvCxnSpPr>
          <p:nvPr/>
        </p:nvCxnSpPr>
        <p:spPr>
          <a:xfrm>
            <a:off x="3589758" y="5848572"/>
            <a:ext cx="457200" cy="0"/>
          </a:xfrm>
          <a:prstGeom prst="line">
            <a:avLst/>
          </a:prstGeom>
          <a:ln w="19050">
            <a:solidFill>
              <a:srgbClr val="0D23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46">
            <a:extLst>
              <a:ext uri="{FF2B5EF4-FFF2-40B4-BE49-F238E27FC236}">
                <a16:creationId xmlns:a16="http://schemas.microsoft.com/office/drawing/2014/main" id="{C7C1079C-9EC6-8FA0-9BE6-5E74A2B0ACA6}"/>
              </a:ext>
            </a:extLst>
          </p:cNvPr>
          <p:cNvSpPr/>
          <p:nvPr/>
        </p:nvSpPr>
        <p:spPr>
          <a:xfrm>
            <a:off x="4092678" y="5651976"/>
            <a:ext cx="5715000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CF845F7-B4F6-144C-2FDA-53F37927EED5}"/>
              </a:ext>
            </a:extLst>
          </p:cNvPr>
          <p:cNvSpPr txBox="1"/>
          <p:nvPr/>
        </p:nvSpPr>
        <p:spPr>
          <a:xfrm>
            <a:off x="4229838" y="5697696"/>
            <a:ext cx="5440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5B697A"/>
                </a:solidFill>
                <a:latin typeface="Aptos"/>
              </a:rPr>
              <a:t>Mark unsupported/unaccounted; add later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59698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CYPHERX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59379A6-2282-47D7-01EC-08E7D5AF6C08}"/>
              </a:ext>
            </a:extLst>
          </p:cNvPr>
          <p:cNvSpPr txBox="1"/>
          <p:nvPr/>
        </p:nvSpPr>
        <p:spPr>
          <a:xfrm>
            <a:off x="620415" y="1159714"/>
            <a:ext cx="100584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2334"/>
                </a:solidFill>
                <a:latin typeface="Arial"/>
              </a:rPr>
              <a:t>TARGET USERS</a:t>
            </a:r>
          </a:p>
        </p:txBody>
      </p:sp>
      <p:sp>
        <p:nvSpPr>
          <p:cNvPr id="13" name="Rounded Rectangle 17410">
            <a:extLst>
              <a:ext uri="{FF2B5EF4-FFF2-40B4-BE49-F238E27FC236}">
                <a16:creationId xmlns:a16="http://schemas.microsoft.com/office/drawing/2014/main" id="{45520DF8-C5E7-3E85-CE98-8AFC01DFD7F4}"/>
              </a:ext>
            </a:extLst>
          </p:cNvPr>
          <p:cNvSpPr/>
          <p:nvPr/>
        </p:nvSpPr>
        <p:spPr>
          <a:xfrm>
            <a:off x="620415" y="1498042"/>
            <a:ext cx="3154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BC1D7C-DB5A-D9CE-A647-44E59711DE7A}"/>
              </a:ext>
            </a:extLst>
          </p:cNvPr>
          <p:cNvSpPr/>
          <p:nvPr/>
        </p:nvSpPr>
        <p:spPr>
          <a:xfrm>
            <a:off x="620415" y="1498042"/>
            <a:ext cx="54864" cy="1325880"/>
          </a:xfrm>
          <a:prstGeom prst="rect">
            <a:avLst/>
          </a:prstGeom>
          <a:solidFill>
            <a:srgbClr val="28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0CE590-083E-DC72-CDE0-4F5D43250349}"/>
              </a:ext>
            </a:extLst>
          </p:cNvPr>
          <p:cNvSpPr txBox="1"/>
          <p:nvPr/>
        </p:nvSpPr>
        <p:spPr>
          <a:xfrm>
            <a:off x="748431" y="1571194"/>
            <a:ext cx="2953512" cy="30777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82334"/>
                </a:solidFill>
                <a:latin typeface="Arial"/>
              </a:rPr>
              <a:t>Victims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44A82A-624C-2359-172B-0129A2916D4B}"/>
              </a:ext>
            </a:extLst>
          </p:cNvPr>
          <p:cNvSpPr txBox="1"/>
          <p:nvPr/>
        </p:nvSpPr>
        <p:spPr>
          <a:xfrm>
            <a:off x="748431" y="1863802"/>
            <a:ext cx="2953512" cy="7386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Understand where stolen funds moved and how much remains traceable.</a:t>
            </a:r>
          </a:p>
        </p:txBody>
      </p:sp>
      <p:sp>
        <p:nvSpPr>
          <p:cNvPr id="22" name="Rounded Rectangle 17414">
            <a:extLst>
              <a:ext uri="{FF2B5EF4-FFF2-40B4-BE49-F238E27FC236}">
                <a16:creationId xmlns:a16="http://schemas.microsoft.com/office/drawing/2014/main" id="{31BEC063-C3DE-89A6-7880-96F4B92C913F}"/>
              </a:ext>
            </a:extLst>
          </p:cNvPr>
          <p:cNvSpPr/>
          <p:nvPr/>
        </p:nvSpPr>
        <p:spPr>
          <a:xfrm>
            <a:off x="4049415" y="1498042"/>
            <a:ext cx="3154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B49E568-7A0D-7231-9017-3CD95E07F6BE}"/>
              </a:ext>
            </a:extLst>
          </p:cNvPr>
          <p:cNvSpPr/>
          <p:nvPr/>
        </p:nvSpPr>
        <p:spPr>
          <a:xfrm>
            <a:off x="4049415" y="1498042"/>
            <a:ext cx="54864" cy="1325880"/>
          </a:xfrm>
          <a:prstGeom prst="rect">
            <a:avLst/>
          </a:prstGeom>
          <a:solidFill>
            <a:srgbClr val="28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F63396-BBD1-4154-F725-FC43516212CC}"/>
              </a:ext>
            </a:extLst>
          </p:cNvPr>
          <p:cNvSpPr txBox="1"/>
          <p:nvPr/>
        </p:nvSpPr>
        <p:spPr>
          <a:xfrm>
            <a:off x="4177431" y="1571194"/>
            <a:ext cx="2953512" cy="30777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82334"/>
                </a:solidFill>
                <a:latin typeface="Arial"/>
              </a:rPr>
              <a:t>Investigators / officials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9DDCE1-FAC8-8AEB-D7EC-5B61AAB3AE5B}"/>
              </a:ext>
            </a:extLst>
          </p:cNvPr>
          <p:cNvSpPr txBox="1"/>
          <p:nvPr/>
        </p:nvSpPr>
        <p:spPr>
          <a:xfrm>
            <a:off x="4177431" y="1863802"/>
            <a:ext cx="2953512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Receive an auditable fund-flow summary for further investigation.</a:t>
            </a:r>
          </a:p>
        </p:txBody>
      </p:sp>
      <p:sp>
        <p:nvSpPr>
          <p:cNvPr id="30" name="Rounded Rectangle 17418">
            <a:extLst>
              <a:ext uri="{FF2B5EF4-FFF2-40B4-BE49-F238E27FC236}">
                <a16:creationId xmlns:a16="http://schemas.microsoft.com/office/drawing/2014/main" id="{2EF4713A-95D9-B912-7886-7C2B0627A926}"/>
              </a:ext>
            </a:extLst>
          </p:cNvPr>
          <p:cNvSpPr/>
          <p:nvPr/>
        </p:nvSpPr>
        <p:spPr>
          <a:xfrm>
            <a:off x="7478414" y="1498042"/>
            <a:ext cx="3154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95F3BA5-8E7F-A1B9-F458-E55A84F1C824}"/>
              </a:ext>
            </a:extLst>
          </p:cNvPr>
          <p:cNvSpPr/>
          <p:nvPr/>
        </p:nvSpPr>
        <p:spPr>
          <a:xfrm>
            <a:off x="7478414" y="1498042"/>
            <a:ext cx="54864" cy="1325880"/>
          </a:xfrm>
          <a:prstGeom prst="rect">
            <a:avLst/>
          </a:prstGeom>
          <a:solidFill>
            <a:srgbClr val="DC8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5C0BEBB-E002-9857-26B1-B14715A21291}"/>
              </a:ext>
            </a:extLst>
          </p:cNvPr>
          <p:cNvSpPr txBox="1"/>
          <p:nvPr/>
        </p:nvSpPr>
        <p:spPr>
          <a:xfrm>
            <a:off x="7606431" y="1571194"/>
            <a:ext cx="2953512" cy="30777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82334"/>
                </a:solidFill>
                <a:latin typeface="Arial"/>
              </a:rPr>
              <a:t>Developers / students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BEA0EBD-E604-73BF-8361-516DCA73ED08}"/>
              </a:ext>
            </a:extLst>
          </p:cNvPr>
          <p:cNvSpPr txBox="1"/>
          <p:nvPr/>
        </p:nvSpPr>
        <p:spPr>
          <a:xfrm>
            <a:off x="7606431" y="1863802"/>
            <a:ext cx="2953512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Learn blockchain analytics through a transparent graph-based tool.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B43D038-DF4D-9935-FD09-C6D63844F908}"/>
              </a:ext>
            </a:extLst>
          </p:cNvPr>
          <p:cNvSpPr txBox="1"/>
          <p:nvPr/>
        </p:nvSpPr>
        <p:spPr>
          <a:xfrm>
            <a:off x="620415" y="3079954"/>
            <a:ext cx="10058400" cy="30777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dirty="0">
                <a:solidFill>
                  <a:srgbClr val="182334"/>
                </a:solidFill>
                <a:latin typeface="Arial"/>
              </a:rPr>
              <a:t>BENEFITS</a:t>
            </a:r>
          </a:p>
        </p:txBody>
      </p:sp>
      <p:sp>
        <p:nvSpPr>
          <p:cNvPr id="40" name="Rounded Rectangle 17423">
            <a:extLst>
              <a:ext uri="{FF2B5EF4-FFF2-40B4-BE49-F238E27FC236}">
                <a16:creationId xmlns:a16="http://schemas.microsoft.com/office/drawing/2014/main" id="{5AC5697B-DF7B-AA14-D0ED-ED17BA15350D}"/>
              </a:ext>
            </a:extLst>
          </p:cNvPr>
          <p:cNvSpPr/>
          <p:nvPr/>
        </p:nvSpPr>
        <p:spPr>
          <a:xfrm>
            <a:off x="666135" y="3509722"/>
            <a:ext cx="452628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45EFBC7-3BA7-CF0D-BB12-35E1DCC326D4}"/>
              </a:ext>
            </a:extLst>
          </p:cNvPr>
          <p:cNvSpPr/>
          <p:nvPr/>
        </p:nvSpPr>
        <p:spPr>
          <a:xfrm>
            <a:off x="666135" y="3509722"/>
            <a:ext cx="54864" cy="987552"/>
          </a:xfrm>
          <a:prstGeom prst="rect">
            <a:avLst/>
          </a:prstGeom>
          <a:solidFill>
            <a:srgbClr val="285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1290C03-09B1-23BE-1E33-E512C866F794}"/>
              </a:ext>
            </a:extLst>
          </p:cNvPr>
          <p:cNvSpPr txBox="1"/>
          <p:nvPr/>
        </p:nvSpPr>
        <p:spPr>
          <a:xfrm>
            <a:off x="794151" y="3582874"/>
            <a:ext cx="4325112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2334"/>
                </a:solidFill>
                <a:latin typeface="Arial"/>
              </a:rPr>
              <a:t>SOCIAL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176D6A2-AD5F-E597-A138-3B4248BC3957}"/>
              </a:ext>
            </a:extLst>
          </p:cNvPr>
          <p:cNvSpPr txBox="1"/>
          <p:nvPr/>
        </p:nvSpPr>
        <p:spPr>
          <a:xfrm>
            <a:off x="794151" y="3875482"/>
            <a:ext cx="4325112" cy="4308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accent4">
                    <a:lumMod val="50000"/>
                  </a:schemeClr>
                </a:solidFill>
              </a:rPr>
              <a:t>Increase public trust in digital payments and crypto currency.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accent4">
                    <a:lumMod val="50000"/>
                  </a:schemeClr>
                </a:solidFill>
              </a:rPr>
              <a:t>Helps protect victims of cryptocurrency</a:t>
            </a:r>
            <a:endParaRPr sz="1100" b="0" dirty="0">
              <a:solidFill>
                <a:srgbClr val="334155"/>
              </a:solidFill>
              <a:latin typeface="Arial"/>
            </a:endParaRPr>
          </a:p>
        </p:txBody>
      </p:sp>
      <p:sp>
        <p:nvSpPr>
          <p:cNvPr id="48" name="Rounded Rectangle 17427">
            <a:extLst>
              <a:ext uri="{FF2B5EF4-FFF2-40B4-BE49-F238E27FC236}">
                <a16:creationId xmlns:a16="http://schemas.microsoft.com/office/drawing/2014/main" id="{15E64E5D-0133-B8B6-A9AB-509850E157D6}"/>
              </a:ext>
            </a:extLst>
          </p:cNvPr>
          <p:cNvSpPr/>
          <p:nvPr/>
        </p:nvSpPr>
        <p:spPr>
          <a:xfrm>
            <a:off x="5695335" y="3509722"/>
            <a:ext cx="452628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97ACBEA-C351-A3B7-A39E-213245ACDF9A}"/>
              </a:ext>
            </a:extLst>
          </p:cNvPr>
          <p:cNvSpPr/>
          <p:nvPr/>
        </p:nvSpPr>
        <p:spPr>
          <a:xfrm>
            <a:off x="5695335" y="3509722"/>
            <a:ext cx="54864" cy="987552"/>
          </a:xfrm>
          <a:prstGeom prst="rect">
            <a:avLst/>
          </a:prstGeom>
          <a:solidFill>
            <a:srgbClr val="28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BA94153-ECC4-5AE6-418E-EAF71531F92A}"/>
              </a:ext>
            </a:extLst>
          </p:cNvPr>
          <p:cNvSpPr txBox="1"/>
          <p:nvPr/>
        </p:nvSpPr>
        <p:spPr>
          <a:xfrm>
            <a:off x="5823351" y="3582874"/>
            <a:ext cx="4325112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2334"/>
                </a:solidFill>
                <a:latin typeface="Arial"/>
              </a:rPr>
              <a:t>ECONOMIC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2326042-BEE8-F29C-0B41-D594AA0BE4CB}"/>
              </a:ext>
            </a:extLst>
          </p:cNvPr>
          <p:cNvSpPr txBox="1"/>
          <p:nvPr/>
        </p:nvSpPr>
        <p:spPr>
          <a:xfrm>
            <a:off x="5823351" y="3875482"/>
            <a:ext cx="4325112" cy="4308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Reduces financial losses caused by crypto-related fraud.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Saves investigation time and manpower through automation.</a:t>
            </a:r>
            <a:endParaRPr lang="en-IN" sz="11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6" name="Rounded Rectangle 17431">
            <a:extLst>
              <a:ext uri="{FF2B5EF4-FFF2-40B4-BE49-F238E27FC236}">
                <a16:creationId xmlns:a16="http://schemas.microsoft.com/office/drawing/2014/main" id="{282E593B-F9A4-D6B9-F343-BC884CEDC094}"/>
              </a:ext>
            </a:extLst>
          </p:cNvPr>
          <p:cNvSpPr/>
          <p:nvPr/>
        </p:nvSpPr>
        <p:spPr>
          <a:xfrm>
            <a:off x="666135" y="4725874"/>
            <a:ext cx="452628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A16797C-81E8-0AE6-DE36-8649FCFF2721}"/>
              </a:ext>
            </a:extLst>
          </p:cNvPr>
          <p:cNvSpPr/>
          <p:nvPr/>
        </p:nvSpPr>
        <p:spPr>
          <a:xfrm>
            <a:off x="666135" y="4725874"/>
            <a:ext cx="54864" cy="987552"/>
          </a:xfrm>
          <a:prstGeom prst="rect">
            <a:avLst/>
          </a:prstGeom>
          <a:solidFill>
            <a:srgbClr val="DC8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9B947C2-E819-9D90-0934-C2009ED550AB}"/>
              </a:ext>
            </a:extLst>
          </p:cNvPr>
          <p:cNvSpPr txBox="1"/>
          <p:nvPr/>
        </p:nvSpPr>
        <p:spPr>
          <a:xfrm>
            <a:off x="794151" y="4799026"/>
            <a:ext cx="4325112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US" sz="1100" b="1" dirty="0">
                <a:solidFill>
                  <a:schemeClr val="accent1">
                    <a:lumMod val="50000"/>
                  </a:schemeClr>
                </a:solidFill>
              </a:rPr>
              <a:t>Law-Enforcement impact</a:t>
            </a:r>
            <a:r>
              <a:rPr lang="en-US" sz="1100" dirty="0">
                <a:solidFill>
                  <a:schemeClr val="accent1">
                    <a:lumMod val="50000"/>
                  </a:schemeClr>
                </a:solidFill>
              </a:rPr>
              <a:t>: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1A95F5D-F4E5-7813-CC25-74210E9AFAF3}"/>
              </a:ext>
            </a:extLst>
          </p:cNvPr>
          <p:cNvSpPr txBox="1"/>
          <p:nvPr/>
        </p:nvSpPr>
        <p:spPr>
          <a:xfrm>
            <a:off x="794151" y="5091634"/>
            <a:ext cx="4325112" cy="6001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accent1">
                    <a:lumMod val="50000"/>
                  </a:schemeClr>
                </a:solidFill>
              </a:rPr>
              <a:t>Helps identify intermediary wallets and probable exchange/VASP endpoints.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accent1">
                    <a:lumMod val="50000"/>
                  </a:schemeClr>
                </a:solidFill>
              </a:rPr>
              <a:t>Supports coordination and analytics in </a:t>
            </a:r>
            <a:r>
              <a:rPr lang="en-US" sz="1100" dirty="0" err="1">
                <a:solidFill>
                  <a:schemeClr val="accent1">
                    <a:lumMod val="50000"/>
                  </a:schemeClr>
                </a:solidFill>
              </a:rPr>
              <a:t>india’s</a:t>
            </a:r>
            <a:r>
              <a:rPr lang="en-US" sz="1100" dirty="0">
                <a:solidFill>
                  <a:schemeClr val="accent1">
                    <a:lumMod val="50000"/>
                  </a:schemeClr>
                </a:solidFill>
              </a:rPr>
              <a:t> cybercrime system</a:t>
            </a:r>
            <a:endParaRPr lang="en-IN" sz="11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7408" name="Rounded Rectangle 17435">
            <a:extLst>
              <a:ext uri="{FF2B5EF4-FFF2-40B4-BE49-F238E27FC236}">
                <a16:creationId xmlns:a16="http://schemas.microsoft.com/office/drawing/2014/main" id="{58EDE5F0-9FC3-1884-E02B-14304C8214AB}"/>
              </a:ext>
            </a:extLst>
          </p:cNvPr>
          <p:cNvSpPr/>
          <p:nvPr/>
        </p:nvSpPr>
        <p:spPr>
          <a:xfrm>
            <a:off x="5695335" y="4725874"/>
            <a:ext cx="452628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7412" name="Rectangle 17411">
            <a:extLst>
              <a:ext uri="{FF2B5EF4-FFF2-40B4-BE49-F238E27FC236}">
                <a16:creationId xmlns:a16="http://schemas.microsoft.com/office/drawing/2014/main" id="{2D2E0F28-144A-DB89-8CE8-D7AF46FE6320}"/>
              </a:ext>
            </a:extLst>
          </p:cNvPr>
          <p:cNvSpPr/>
          <p:nvPr/>
        </p:nvSpPr>
        <p:spPr>
          <a:xfrm>
            <a:off x="5695335" y="4725874"/>
            <a:ext cx="54864" cy="987552"/>
          </a:xfrm>
          <a:prstGeom prst="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7414" name="TextBox 17413">
            <a:extLst>
              <a:ext uri="{FF2B5EF4-FFF2-40B4-BE49-F238E27FC236}">
                <a16:creationId xmlns:a16="http://schemas.microsoft.com/office/drawing/2014/main" id="{C2CF2A1D-0A1E-5032-FF54-ED4E3AA58F13}"/>
              </a:ext>
            </a:extLst>
          </p:cNvPr>
          <p:cNvSpPr txBox="1"/>
          <p:nvPr/>
        </p:nvSpPr>
        <p:spPr>
          <a:xfrm>
            <a:off x="5823351" y="4799026"/>
            <a:ext cx="4325112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2334"/>
                </a:solidFill>
                <a:latin typeface="Arial"/>
              </a:rPr>
              <a:t>TECHNICAL</a:t>
            </a:r>
          </a:p>
        </p:txBody>
      </p:sp>
      <p:sp>
        <p:nvSpPr>
          <p:cNvPr id="17416" name="TextBox 17415">
            <a:extLst>
              <a:ext uri="{FF2B5EF4-FFF2-40B4-BE49-F238E27FC236}">
                <a16:creationId xmlns:a16="http://schemas.microsoft.com/office/drawing/2014/main" id="{4AB411EC-600E-D7CF-7E98-3C1260A44E61}"/>
              </a:ext>
            </a:extLst>
          </p:cNvPr>
          <p:cNvSpPr txBox="1"/>
          <p:nvPr/>
        </p:nvSpPr>
        <p:spPr>
          <a:xfrm>
            <a:off x="5823351" y="5091634"/>
            <a:ext cx="4325112" cy="6001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2">
                    <a:lumMod val="50000"/>
                  </a:schemeClr>
                </a:solidFill>
              </a:rPr>
              <a:t>Creates foundation for automated crypto-forensics and future innovation.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2">
                    <a:lumMod val="50000"/>
                  </a:schemeClr>
                </a:solidFill>
              </a:rPr>
              <a:t>Combines blockchain + Graph Analytics</a:t>
            </a:r>
            <a:endParaRPr lang="en-IN" sz="110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59698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CYPHERX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8F96B55-EBC4-D57A-6216-704E486D9434}"/>
              </a:ext>
            </a:extLst>
          </p:cNvPr>
          <p:cNvSpPr txBox="1"/>
          <p:nvPr/>
        </p:nvSpPr>
        <p:spPr>
          <a:xfrm>
            <a:off x="382834" y="1653371"/>
            <a:ext cx="1108157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u="sng" dirty="0">
                <a:solidFill>
                  <a:schemeClr val="accent4">
                    <a:lumMod val="50000"/>
                  </a:schemeClr>
                </a:solidFill>
              </a:rPr>
              <a:t>REFERENCES</a:t>
            </a:r>
          </a:p>
          <a:p>
            <a:pPr algn="ctr"/>
            <a:endParaRPr lang="en-US" sz="3600" u="sng" dirty="0">
              <a:solidFill>
                <a:schemeClr val="accent4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hlinkClick r:id="rId4"/>
              </a:rPr>
              <a:t>https://ethereum.org/whitepapeR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hlinkClick r:id="rId5"/>
              </a:rPr>
              <a:t>https://www.chainalysis.com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hlinkClick r:id="rId6"/>
              </a:rPr>
              <a:t>https://www.fbi.gov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hlinkClick r:id="rId7"/>
              </a:rPr>
              <a:t>https://www.fbi.gov/news/press-releases/-fraud-report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hlinkClick r:id="rId8"/>
              </a:rPr>
              <a:t>https://www.youtube.com/watch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hlinkClick r:id="rId9"/>
              </a:rPr>
              <a:t>https://arthbit.com/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TRMLAB DOCUMENTATION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    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665A56-1E06-C7DF-3CC7-4300021BE46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50977" y="2377679"/>
            <a:ext cx="4758189" cy="3083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8297</TotalTime>
  <Words>677</Words>
  <Application>Microsoft Office PowerPoint</Application>
  <PresentationFormat>Widescreen</PresentationFormat>
  <Paragraphs>143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Aptos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Anurag Jayswal</cp:lastModifiedBy>
  <cp:revision>150</cp:revision>
  <dcterms:created xsi:type="dcterms:W3CDTF">2013-12-12T18:46:50Z</dcterms:created>
  <dcterms:modified xsi:type="dcterms:W3CDTF">2026-09-11T11:11:21Z</dcterms:modified>
  <cp:category/>
</cp:coreProperties>
</file>